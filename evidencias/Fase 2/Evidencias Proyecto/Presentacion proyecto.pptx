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Shantell Sans Bold" charset="1" panose="00000000000000000000"/>
      <p:regular r:id="rId13"/>
    </p:embeddedFont>
    <p:embeddedFont>
      <p:font typeface="Shantell Sans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svg" Type="http://schemas.openxmlformats.org/officeDocument/2006/relationships/image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3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5818" y="555855"/>
            <a:ext cx="17216365" cy="9175289"/>
            <a:chOff x="0" y="0"/>
            <a:chExt cx="4534351" cy="2416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4351" cy="2416537"/>
            </a:xfrm>
            <a:custGeom>
              <a:avLst/>
              <a:gdLst/>
              <a:ahLst/>
              <a:cxnLst/>
              <a:rect r="r" b="b" t="t" l="l"/>
              <a:pathLst>
                <a:path h="2416537" w="4534351">
                  <a:moveTo>
                    <a:pt x="17088" y="0"/>
                  </a:moveTo>
                  <a:lnTo>
                    <a:pt x="4517263" y="0"/>
                  </a:lnTo>
                  <a:cubicBezTo>
                    <a:pt x="4526700" y="0"/>
                    <a:pt x="4534351" y="7651"/>
                    <a:pt x="4534351" y="17088"/>
                  </a:cubicBezTo>
                  <a:lnTo>
                    <a:pt x="4534351" y="2399449"/>
                  </a:lnTo>
                  <a:cubicBezTo>
                    <a:pt x="4534351" y="2408887"/>
                    <a:pt x="4526700" y="2416537"/>
                    <a:pt x="4517263" y="2416537"/>
                  </a:cubicBezTo>
                  <a:lnTo>
                    <a:pt x="17088" y="2416537"/>
                  </a:lnTo>
                  <a:cubicBezTo>
                    <a:pt x="7651" y="2416537"/>
                    <a:pt x="0" y="2408887"/>
                    <a:pt x="0" y="2399449"/>
                  </a:cubicBezTo>
                  <a:lnTo>
                    <a:pt x="0" y="17088"/>
                  </a:lnTo>
                  <a:cubicBezTo>
                    <a:pt x="0" y="7651"/>
                    <a:pt x="7651" y="0"/>
                    <a:pt x="17088" y="0"/>
                  </a:cubicBezTo>
                  <a:close/>
                </a:path>
              </a:pathLst>
            </a:custGeom>
            <a:solidFill>
              <a:srgbClr val="63310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34351" cy="2473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49973" y="6768336"/>
            <a:ext cx="20187946" cy="4979929"/>
            <a:chOff x="0" y="0"/>
            <a:chExt cx="5316990" cy="13115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16990" cy="1311586"/>
            </a:xfrm>
            <a:custGeom>
              <a:avLst/>
              <a:gdLst/>
              <a:ahLst/>
              <a:cxnLst/>
              <a:rect r="r" b="b" t="t" l="l"/>
              <a:pathLst>
                <a:path h="1311586" w="5316990">
                  <a:moveTo>
                    <a:pt x="2658495" y="0"/>
                  </a:moveTo>
                  <a:cubicBezTo>
                    <a:pt x="1190249" y="0"/>
                    <a:pt x="0" y="293609"/>
                    <a:pt x="0" y="655793"/>
                  </a:cubicBezTo>
                  <a:cubicBezTo>
                    <a:pt x="0" y="1017978"/>
                    <a:pt x="1190249" y="1311586"/>
                    <a:pt x="2658495" y="1311586"/>
                  </a:cubicBezTo>
                  <a:cubicBezTo>
                    <a:pt x="4126741" y="1311586"/>
                    <a:pt x="5316990" y="1017978"/>
                    <a:pt x="5316990" y="655793"/>
                  </a:cubicBezTo>
                  <a:cubicBezTo>
                    <a:pt x="5316990" y="293609"/>
                    <a:pt x="4126741" y="0"/>
                    <a:pt x="2658495" y="0"/>
                  </a:cubicBezTo>
                  <a:close/>
                </a:path>
              </a:pathLst>
            </a:custGeom>
            <a:solidFill>
              <a:srgbClr val="000000">
                <a:alpha val="1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98468" y="65811"/>
              <a:ext cx="4320054" cy="1122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94072" y="1456707"/>
            <a:ext cx="8876296" cy="176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79"/>
              </a:lnSpc>
              <a:spcBef>
                <a:spcPct val="0"/>
              </a:spcBef>
            </a:pPr>
            <a:r>
              <a:rPr lang="en-US" b="true" sz="10271" spc="-380" strike="noStrike" u="none">
                <a:solidFill>
                  <a:srgbClr val="F1ECD0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SKIP DUOC UC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30191">
            <a:off x="10338606" y="1549053"/>
            <a:ext cx="7018264" cy="5576330"/>
          </a:xfrm>
          <a:custGeom>
            <a:avLst/>
            <a:gdLst/>
            <a:ahLst/>
            <a:cxnLst/>
            <a:rect r="r" b="b" t="t" l="l"/>
            <a:pathLst>
              <a:path h="5576330" w="7018264">
                <a:moveTo>
                  <a:pt x="0" y="0"/>
                </a:moveTo>
                <a:lnTo>
                  <a:pt x="7018264" y="0"/>
                </a:lnTo>
                <a:lnTo>
                  <a:pt x="7018264" y="5576330"/>
                </a:lnTo>
                <a:lnTo>
                  <a:pt x="0" y="5576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81866" y="3481015"/>
            <a:ext cx="7260091" cy="993938"/>
            <a:chOff x="0" y="0"/>
            <a:chExt cx="1900044" cy="2601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00044" cy="260124"/>
            </a:xfrm>
            <a:custGeom>
              <a:avLst/>
              <a:gdLst/>
              <a:ahLst/>
              <a:cxnLst/>
              <a:rect r="r" b="b" t="t" l="l"/>
              <a:pathLst>
                <a:path h="260124" w="1900044">
                  <a:moveTo>
                    <a:pt x="19195" y="0"/>
                  </a:moveTo>
                  <a:lnTo>
                    <a:pt x="1880849" y="0"/>
                  </a:lnTo>
                  <a:cubicBezTo>
                    <a:pt x="1885940" y="0"/>
                    <a:pt x="1890822" y="2022"/>
                    <a:pt x="1894422" y="5622"/>
                  </a:cubicBezTo>
                  <a:cubicBezTo>
                    <a:pt x="1898021" y="9222"/>
                    <a:pt x="1900044" y="14104"/>
                    <a:pt x="1900044" y="19195"/>
                  </a:cubicBezTo>
                  <a:lnTo>
                    <a:pt x="1900044" y="240930"/>
                  </a:lnTo>
                  <a:cubicBezTo>
                    <a:pt x="1900044" y="246020"/>
                    <a:pt x="1898021" y="250903"/>
                    <a:pt x="1894422" y="254502"/>
                  </a:cubicBezTo>
                  <a:cubicBezTo>
                    <a:pt x="1890822" y="258102"/>
                    <a:pt x="1885940" y="260124"/>
                    <a:pt x="1880849" y="260124"/>
                  </a:cubicBezTo>
                  <a:lnTo>
                    <a:pt x="19195" y="260124"/>
                  </a:lnTo>
                  <a:cubicBezTo>
                    <a:pt x="14104" y="260124"/>
                    <a:pt x="9222" y="258102"/>
                    <a:pt x="5622" y="254502"/>
                  </a:cubicBezTo>
                  <a:cubicBezTo>
                    <a:pt x="2022" y="250903"/>
                    <a:pt x="0" y="246020"/>
                    <a:pt x="0" y="240930"/>
                  </a:cubicBezTo>
                  <a:lnTo>
                    <a:pt x="0" y="19195"/>
                  </a:lnTo>
                  <a:cubicBezTo>
                    <a:pt x="0" y="14104"/>
                    <a:pt x="2022" y="9222"/>
                    <a:pt x="5622" y="5622"/>
                  </a:cubicBezTo>
                  <a:cubicBezTo>
                    <a:pt x="9222" y="2022"/>
                    <a:pt x="14104" y="0"/>
                    <a:pt x="19195" y="0"/>
                  </a:cubicBezTo>
                  <a:close/>
                </a:path>
              </a:pathLst>
            </a:custGeom>
            <a:solidFill>
              <a:srgbClr val="E0600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900044" cy="317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326338" y="4159678"/>
            <a:ext cx="909218" cy="915879"/>
          </a:xfrm>
          <a:custGeom>
            <a:avLst/>
            <a:gdLst/>
            <a:ahLst/>
            <a:cxnLst/>
            <a:rect r="r" b="b" t="t" l="l"/>
            <a:pathLst>
              <a:path h="915879" w="909218">
                <a:moveTo>
                  <a:pt x="0" y="0"/>
                </a:moveTo>
                <a:lnTo>
                  <a:pt x="909218" y="0"/>
                </a:lnTo>
                <a:lnTo>
                  <a:pt x="909218" y="915879"/>
                </a:lnTo>
                <a:lnTo>
                  <a:pt x="0" y="9158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-3614682">
            <a:off x="6525271" y="5334955"/>
            <a:ext cx="2691192" cy="2265494"/>
          </a:xfrm>
          <a:custGeom>
            <a:avLst/>
            <a:gdLst/>
            <a:ahLst/>
            <a:cxnLst/>
            <a:rect r="r" b="b" t="t" l="l"/>
            <a:pathLst>
              <a:path h="2265494" w="2691192">
                <a:moveTo>
                  <a:pt x="2691191" y="0"/>
                </a:moveTo>
                <a:lnTo>
                  <a:pt x="0" y="0"/>
                </a:lnTo>
                <a:lnTo>
                  <a:pt x="0" y="2265494"/>
                </a:lnTo>
                <a:lnTo>
                  <a:pt x="2691191" y="2265494"/>
                </a:lnTo>
                <a:lnTo>
                  <a:pt x="269119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026059">
            <a:off x="1382323" y="5920594"/>
            <a:ext cx="4915384" cy="2368321"/>
          </a:xfrm>
          <a:custGeom>
            <a:avLst/>
            <a:gdLst/>
            <a:ahLst/>
            <a:cxnLst/>
            <a:rect r="r" b="b" t="t" l="l"/>
            <a:pathLst>
              <a:path h="2368321" w="4915384">
                <a:moveTo>
                  <a:pt x="0" y="0"/>
                </a:moveTo>
                <a:lnTo>
                  <a:pt x="4915384" y="0"/>
                </a:lnTo>
                <a:lnTo>
                  <a:pt x="4915384" y="2368321"/>
                </a:lnTo>
                <a:lnTo>
                  <a:pt x="0" y="23683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472992">
            <a:off x="4881784" y="5854920"/>
            <a:ext cx="466586" cy="861148"/>
          </a:xfrm>
          <a:custGeom>
            <a:avLst/>
            <a:gdLst/>
            <a:ahLst/>
            <a:cxnLst/>
            <a:rect r="r" b="b" t="t" l="l"/>
            <a:pathLst>
              <a:path h="861148" w="466586">
                <a:moveTo>
                  <a:pt x="0" y="0"/>
                </a:moveTo>
                <a:lnTo>
                  <a:pt x="466586" y="0"/>
                </a:lnTo>
                <a:lnTo>
                  <a:pt x="466586" y="861148"/>
                </a:lnTo>
                <a:lnTo>
                  <a:pt x="0" y="861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7578977">
            <a:off x="8710990" y="7357876"/>
            <a:ext cx="1230695" cy="1190418"/>
          </a:xfrm>
          <a:custGeom>
            <a:avLst/>
            <a:gdLst/>
            <a:ahLst/>
            <a:cxnLst/>
            <a:rect r="r" b="b" t="t" l="l"/>
            <a:pathLst>
              <a:path h="1190418" w="1230695">
                <a:moveTo>
                  <a:pt x="0" y="0"/>
                </a:moveTo>
                <a:lnTo>
                  <a:pt x="1230695" y="0"/>
                </a:lnTo>
                <a:lnTo>
                  <a:pt x="1230695" y="1190418"/>
                </a:lnTo>
                <a:lnTo>
                  <a:pt x="0" y="11904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51852" y="3727376"/>
            <a:ext cx="6520121" cy="45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53"/>
              </a:lnSpc>
              <a:spcBef>
                <a:spcPct val="0"/>
              </a:spcBef>
            </a:pPr>
            <a:r>
              <a:rPr lang="en-US" sz="2680" strike="noStrike" u="none">
                <a:solidFill>
                  <a:srgbClr val="FFFFFF"/>
                </a:solidFill>
                <a:latin typeface="Shantell Sans"/>
                <a:ea typeface="Shantell Sans"/>
                <a:cs typeface="Shantell Sans"/>
                <a:sym typeface="Shantell Sans"/>
              </a:rPr>
              <a:t>Tu comida sin filas ni tiempos muertos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32484" y="7787051"/>
            <a:ext cx="3974411" cy="27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61"/>
              </a:lnSpc>
              <a:spcBef>
                <a:spcPct val="0"/>
              </a:spcBef>
            </a:pPr>
            <a:r>
              <a:rPr lang="en-US" sz="1544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Proyecto de Título - Duoc UC San Joaquín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32484" y="8452270"/>
            <a:ext cx="3974411" cy="109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1"/>
              </a:lnSpc>
            </a:pPr>
            <a:r>
              <a:rPr lang="en-US" sz="1544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Integrantes: Martín Aburto</a:t>
            </a:r>
          </a:p>
          <a:p>
            <a:pPr algn="r">
              <a:lnSpc>
                <a:spcPts val="2161"/>
              </a:lnSpc>
            </a:pPr>
            <a:r>
              <a:rPr lang="en-US" sz="1544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Elías Orellana</a:t>
            </a:r>
          </a:p>
          <a:p>
            <a:pPr algn="r">
              <a:lnSpc>
                <a:spcPts val="2161"/>
              </a:lnSpc>
            </a:pPr>
            <a:r>
              <a:rPr lang="en-US" sz="1544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Juan Pizarro</a:t>
            </a:r>
          </a:p>
          <a:p>
            <a:pPr algn="r" marL="0" indent="0" lvl="0">
              <a:lnSpc>
                <a:spcPts val="2161"/>
              </a:lnSpc>
              <a:spcBef>
                <a:spcPct val="0"/>
              </a:spcBef>
            </a:pPr>
            <a:r>
              <a:rPr lang="en-US" sz="1544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Andrés Barria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3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5818" y="555855"/>
            <a:ext cx="17216365" cy="9175289"/>
            <a:chOff x="0" y="0"/>
            <a:chExt cx="4534351" cy="2416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4351" cy="2416537"/>
            </a:xfrm>
            <a:custGeom>
              <a:avLst/>
              <a:gdLst/>
              <a:ahLst/>
              <a:cxnLst/>
              <a:rect r="r" b="b" t="t" l="l"/>
              <a:pathLst>
                <a:path h="2416537" w="4534351">
                  <a:moveTo>
                    <a:pt x="17088" y="0"/>
                  </a:moveTo>
                  <a:lnTo>
                    <a:pt x="4517263" y="0"/>
                  </a:lnTo>
                  <a:cubicBezTo>
                    <a:pt x="4526700" y="0"/>
                    <a:pt x="4534351" y="7651"/>
                    <a:pt x="4534351" y="17088"/>
                  </a:cubicBezTo>
                  <a:lnTo>
                    <a:pt x="4534351" y="2399449"/>
                  </a:lnTo>
                  <a:cubicBezTo>
                    <a:pt x="4534351" y="2408887"/>
                    <a:pt x="4526700" y="2416537"/>
                    <a:pt x="4517263" y="2416537"/>
                  </a:cubicBezTo>
                  <a:lnTo>
                    <a:pt x="17088" y="2416537"/>
                  </a:lnTo>
                  <a:cubicBezTo>
                    <a:pt x="7651" y="2416537"/>
                    <a:pt x="0" y="2408887"/>
                    <a:pt x="0" y="2399449"/>
                  </a:cubicBezTo>
                  <a:lnTo>
                    <a:pt x="0" y="17088"/>
                  </a:lnTo>
                  <a:cubicBezTo>
                    <a:pt x="0" y="7651"/>
                    <a:pt x="7651" y="0"/>
                    <a:pt x="17088" y="0"/>
                  </a:cubicBezTo>
                  <a:close/>
                </a:path>
              </a:pathLst>
            </a:custGeom>
            <a:solidFill>
              <a:srgbClr val="63310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34351" cy="2473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49973" y="6768336"/>
            <a:ext cx="20187946" cy="4979929"/>
            <a:chOff x="0" y="0"/>
            <a:chExt cx="5316990" cy="13115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16990" cy="1311586"/>
            </a:xfrm>
            <a:custGeom>
              <a:avLst/>
              <a:gdLst/>
              <a:ahLst/>
              <a:cxnLst/>
              <a:rect r="r" b="b" t="t" l="l"/>
              <a:pathLst>
                <a:path h="1311586" w="5316990">
                  <a:moveTo>
                    <a:pt x="2658495" y="0"/>
                  </a:moveTo>
                  <a:cubicBezTo>
                    <a:pt x="1190249" y="0"/>
                    <a:pt x="0" y="293609"/>
                    <a:pt x="0" y="655793"/>
                  </a:cubicBezTo>
                  <a:cubicBezTo>
                    <a:pt x="0" y="1017978"/>
                    <a:pt x="1190249" y="1311586"/>
                    <a:pt x="2658495" y="1311586"/>
                  </a:cubicBezTo>
                  <a:cubicBezTo>
                    <a:pt x="4126741" y="1311586"/>
                    <a:pt x="5316990" y="1017978"/>
                    <a:pt x="5316990" y="655793"/>
                  </a:cubicBezTo>
                  <a:cubicBezTo>
                    <a:pt x="5316990" y="293609"/>
                    <a:pt x="4126741" y="0"/>
                    <a:pt x="2658495" y="0"/>
                  </a:cubicBezTo>
                  <a:close/>
                </a:path>
              </a:pathLst>
            </a:custGeom>
            <a:solidFill>
              <a:srgbClr val="000000">
                <a:alpha val="1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98468" y="65811"/>
              <a:ext cx="4320054" cy="1122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763000" y="933450"/>
            <a:ext cx="1486583" cy="2039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72"/>
              </a:lnSpc>
              <a:spcBef>
                <a:spcPct val="0"/>
              </a:spcBef>
            </a:pPr>
            <a:r>
              <a:rPr lang="en-US" b="true" sz="11980" spc="-443" strike="noStrike" u="none">
                <a:solidFill>
                  <a:srgbClr val="F1EAD0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86575" y="2324100"/>
            <a:ext cx="8924925" cy="2039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72"/>
              </a:lnSpc>
              <a:spcBef>
                <a:spcPct val="0"/>
              </a:spcBef>
            </a:pPr>
            <a:r>
              <a:rPr lang="en-US" b="true" sz="11980" spc="-443" strike="noStrike" u="none">
                <a:solidFill>
                  <a:srgbClr val="E0600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Problema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068238" y="4893659"/>
            <a:ext cx="11255109" cy="4087153"/>
            <a:chOff x="0" y="0"/>
            <a:chExt cx="4128863" cy="14993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28863" cy="1499345"/>
            </a:xfrm>
            <a:custGeom>
              <a:avLst/>
              <a:gdLst/>
              <a:ahLst/>
              <a:cxnLst/>
              <a:rect r="r" b="b" t="t" l="l"/>
              <a:pathLst>
                <a:path h="1499345" w="4128863">
                  <a:moveTo>
                    <a:pt x="12381" y="0"/>
                  </a:moveTo>
                  <a:lnTo>
                    <a:pt x="4116481" y="0"/>
                  </a:lnTo>
                  <a:cubicBezTo>
                    <a:pt x="4123319" y="0"/>
                    <a:pt x="4128863" y="5543"/>
                    <a:pt x="4128863" y="12381"/>
                  </a:cubicBezTo>
                  <a:lnTo>
                    <a:pt x="4128863" y="1486964"/>
                  </a:lnTo>
                  <a:cubicBezTo>
                    <a:pt x="4128863" y="1490248"/>
                    <a:pt x="4127558" y="1493397"/>
                    <a:pt x="4125236" y="1495719"/>
                  </a:cubicBezTo>
                  <a:cubicBezTo>
                    <a:pt x="4122914" y="1498041"/>
                    <a:pt x="4119765" y="1499345"/>
                    <a:pt x="4116481" y="1499345"/>
                  </a:cubicBezTo>
                  <a:lnTo>
                    <a:pt x="12381" y="1499345"/>
                  </a:lnTo>
                  <a:cubicBezTo>
                    <a:pt x="9098" y="1499345"/>
                    <a:pt x="5948" y="1498041"/>
                    <a:pt x="3626" y="1495719"/>
                  </a:cubicBezTo>
                  <a:cubicBezTo>
                    <a:pt x="1304" y="1493397"/>
                    <a:pt x="0" y="1490248"/>
                    <a:pt x="0" y="1486964"/>
                  </a:cubicBezTo>
                  <a:lnTo>
                    <a:pt x="0" y="12381"/>
                  </a:lnTo>
                  <a:cubicBezTo>
                    <a:pt x="0" y="9098"/>
                    <a:pt x="1304" y="5948"/>
                    <a:pt x="3626" y="3626"/>
                  </a:cubicBezTo>
                  <a:cubicBezTo>
                    <a:pt x="5948" y="1304"/>
                    <a:pt x="9098" y="0"/>
                    <a:pt x="12381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128863" cy="1556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686425" y="5257800"/>
            <a:ext cx="10020300" cy="35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19"/>
              </a:lnSpc>
              <a:spcBef>
                <a:spcPct val="0"/>
              </a:spcBef>
            </a:pPr>
            <a:r>
              <a:rPr lang="en-US" sz="2715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Los estudiantes pierden sus ventanas de descanso haciendo filas largas para comprar comida en los locales de la sede.</a:t>
            </a:r>
          </a:p>
          <a:p>
            <a:pPr algn="ctr" marL="0" indent="0" lvl="0">
              <a:lnSpc>
                <a:spcPts val="401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019"/>
              </a:lnSpc>
              <a:spcBef>
                <a:spcPct val="0"/>
              </a:spcBef>
            </a:pPr>
            <a:r>
              <a:rPr lang="en-US" sz="2715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Para los locatarios: cuellos de botella en horas punta y gestión manual de pedidos que limita su capacidad de atención.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92231" y="1870881"/>
            <a:ext cx="6587199" cy="3796622"/>
          </a:xfrm>
          <a:custGeom>
            <a:avLst/>
            <a:gdLst/>
            <a:ahLst/>
            <a:cxnLst/>
            <a:rect r="r" b="b" t="t" l="l"/>
            <a:pathLst>
              <a:path h="3796622" w="6587199">
                <a:moveTo>
                  <a:pt x="0" y="0"/>
                </a:moveTo>
                <a:lnTo>
                  <a:pt x="6587199" y="0"/>
                </a:lnTo>
                <a:lnTo>
                  <a:pt x="6587199" y="3796623"/>
                </a:lnTo>
                <a:lnTo>
                  <a:pt x="0" y="3796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604266">
            <a:off x="1872615" y="6380637"/>
            <a:ext cx="2701276" cy="2661985"/>
          </a:xfrm>
          <a:custGeom>
            <a:avLst/>
            <a:gdLst/>
            <a:ahLst/>
            <a:cxnLst/>
            <a:rect r="r" b="b" t="t" l="l"/>
            <a:pathLst>
              <a:path h="2661985" w="2701276">
                <a:moveTo>
                  <a:pt x="0" y="0"/>
                </a:moveTo>
                <a:lnTo>
                  <a:pt x="2701276" y="0"/>
                </a:lnTo>
                <a:lnTo>
                  <a:pt x="2701276" y="2661985"/>
                </a:lnTo>
                <a:lnTo>
                  <a:pt x="0" y="26619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60675" y="4849216"/>
            <a:ext cx="577733" cy="588567"/>
          </a:xfrm>
          <a:custGeom>
            <a:avLst/>
            <a:gdLst/>
            <a:ahLst/>
            <a:cxnLst/>
            <a:rect r="r" b="b" t="t" l="l"/>
            <a:pathLst>
              <a:path h="588567" w="577733">
                <a:moveTo>
                  <a:pt x="0" y="0"/>
                </a:moveTo>
                <a:lnTo>
                  <a:pt x="577733" y="0"/>
                </a:lnTo>
                <a:lnTo>
                  <a:pt x="577733" y="588568"/>
                </a:lnTo>
                <a:lnTo>
                  <a:pt x="0" y="588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270983" y="1478579"/>
            <a:ext cx="997542" cy="544114"/>
          </a:xfrm>
          <a:custGeom>
            <a:avLst/>
            <a:gdLst/>
            <a:ahLst/>
            <a:cxnLst/>
            <a:rect r="r" b="b" t="t" l="l"/>
            <a:pathLst>
              <a:path h="544114" w="997542">
                <a:moveTo>
                  <a:pt x="0" y="0"/>
                </a:moveTo>
                <a:lnTo>
                  <a:pt x="997542" y="0"/>
                </a:lnTo>
                <a:lnTo>
                  <a:pt x="997542" y="544114"/>
                </a:lnTo>
                <a:lnTo>
                  <a:pt x="0" y="5441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3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5818" y="555855"/>
            <a:ext cx="17216365" cy="9175289"/>
            <a:chOff x="0" y="0"/>
            <a:chExt cx="4534351" cy="2416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4351" cy="2416537"/>
            </a:xfrm>
            <a:custGeom>
              <a:avLst/>
              <a:gdLst/>
              <a:ahLst/>
              <a:cxnLst/>
              <a:rect r="r" b="b" t="t" l="l"/>
              <a:pathLst>
                <a:path h="2416537" w="4534351">
                  <a:moveTo>
                    <a:pt x="17088" y="0"/>
                  </a:moveTo>
                  <a:lnTo>
                    <a:pt x="4517263" y="0"/>
                  </a:lnTo>
                  <a:cubicBezTo>
                    <a:pt x="4526700" y="0"/>
                    <a:pt x="4534351" y="7651"/>
                    <a:pt x="4534351" y="17088"/>
                  </a:cubicBezTo>
                  <a:lnTo>
                    <a:pt x="4534351" y="2399449"/>
                  </a:lnTo>
                  <a:cubicBezTo>
                    <a:pt x="4534351" y="2408887"/>
                    <a:pt x="4526700" y="2416537"/>
                    <a:pt x="4517263" y="2416537"/>
                  </a:cubicBezTo>
                  <a:lnTo>
                    <a:pt x="17088" y="2416537"/>
                  </a:lnTo>
                  <a:cubicBezTo>
                    <a:pt x="7651" y="2416537"/>
                    <a:pt x="0" y="2408887"/>
                    <a:pt x="0" y="2399449"/>
                  </a:cubicBezTo>
                  <a:lnTo>
                    <a:pt x="0" y="17088"/>
                  </a:lnTo>
                  <a:cubicBezTo>
                    <a:pt x="0" y="7651"/>
                    <a:pt x="7651" y="0"/>
                    <a:pt x="17088" y="0"/>
                  </a:cubicBezTo>
                  <a:close/>
                </a:path>
              </a:pathLst>
            </a:custGeom>
            <a:solidFill>
              <a:srgbClr val="63310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34351" cy="2473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49973" y="6768336"/>
            <a:ext cx="20187946" cy="4979929"/>
            <a:chOff x="0" y="0"/>
            <a:chExt cx="5316990" cy="13115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16990" cy="1311586"/>
            </a:xfrm>
            <a:custGeom>
              <a:avLst/>
              <a:gdLst/>
              <a:ahLst/>
              <a:cxnLst/>
              <a:rect r="r" b="b" t="t" l="l"/>
              <a:pathLst>
                <a:path h="1311586" w="5316990">
                  <a:moveTo>
                    <a:pt x="2658495" y="0"/>
                  </a:moveTo>
                  <a:cubicBezTo>
                    <a:pt x="1190249" y="0"/>
                    <a:pt x="0" y="293609"/>
                    <a:pt x="0" y="655793"/>
                  </a:cubicBezTo>
                  <a:cubicBezTo>
                    <a:pt x="0" y="1017978"/>
                    <a:pt x="1190249" y="1311586"/>
                    <a:pt x="2658495" y="1311586"/>
                  </a:cubicBezTo>
                  <a:cubicBezTo>
                    <a:pt x="4126741" y="1311586"/>
                    <a:pt x="5316990" y="1017978"/>
                    <a:pt x="5316990" y="655793"/>
                  </a:cubicBezTo>
                  <a:cubicBezTo>
                    <a:pt x="5316990" y="293609"/>
                    <a:pt x="4126741" y="0"/>
                    <a:pt x="2658495" y="0"/>
                  </a:cubicBezTo>
                  <a:close/>
                </a:path>
              </a:pathLst>
            </a:custGeom>
            <a:solidFill>
              <a:srgbClr val="000000">
                <a:alpha val="1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98468" y="65811"/>
              <a:ext cx="4320054" cy="1122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811951" y="5588765"/>
            <a:ext cx="6664097" cy="3768244"/>
          </a:xfrm>
          <a:custGeom>
            <a:avLst/>
            <a:gdLst/>
            <a:ahLst/>
            <a:cxnLst/>
            <a:rect r="r" b="b" t="t" l="l"/>
            <a:pathLst>
              <a:path h="3768244" w="6664097">
                <a:moveTo>
                  <a:pt x="0" y="0"/>
                </a:moveTo>
                <a:lnTo>
                  <a:pt x="6664098" y="0"/>
                </a:lnTo>
                <a:lnTo>
                  <a:pt x="6664098" y="3768244"/>
                </a:lnTo>
                <a:lnTo>
                  <a:pt x="0" y="3768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499634" y="3347943"/>
            <a:ext cx="4321275" cy="1754119"/>
            <a:chOff x="0" y="0"/>
            <a:chExt cx="1551187" cy="629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51187" cy="629667"/>
            </a:xfrm>
            <a:custGeom>
              <a:avLst/>
              <a:gdLst/>
              <a:ahLst/>
              <a:cxnLst/>
              <a:rect r="r" b="b" t="t" l="l"/>
              <a:pathLst>
                <a:path h="629667" w="1551187">
                  <a:moveTo>
                    <a:pt x="32248" y="0"/>
                  </a:moveTo>
                  <a:lnTo>
                    <a:pt x="1518938" y="0"/>
                  </a:lnTo>
                  <a:cubicBezTo>
                    <a:pt x="1527491" y="0"/>
                    <a:pt x="1535694" y="3398"/>
                    <a:pt x="1541741" y="9445"/>
                  </a:cubicBezTo>
                  <a:cubicBezTo>
                    <a:pt x="1547789" y="15493"/>
                    <a:pt x="1551187" y="23696"/>
                    <a:pt x="1551187" y="32248"/>
                  </a:cubicBezTo>
                  <a:lnTo>
                    <a:pt x="1551187" y="597419"/>
                  </a:lnTo>
                  <a:cubicBezTo>
                    <a:pt x="1551187" y="615229"/>
                    <a:pt x="1536749" y="629667"/>
                    <a:pt x="1518938" y="629667"/>
                  </a:cubicBezTo>
                  <a:lnTo>
                    <a:pt x="32248" y="629667"/>
                  </a:lnTo>
                  <a:cubicBezTo>
                    <a:pt x="23696" y="629667"/>
                    <a:pt x="15493" y="626270"/>
                    <a:pt x="9445" y="620222"/>
                  </a:cubicBezTo>
                  <a:cubicBezTo>
                    <a:pt x="3398" y="614174"/>
                    <a:pt x="0" y="605972"/>
                    <a:pt x="0" y="597419"/>
                  </a:cubicBezTo>
                  <a:lnTo>
                    <a:pt x="0" y="32248"/>
                  </a:lnTo>
                  <a:cubicBezTo>
                    <a:pt x="0" y="14438"/>
                    <a:pt x="14438" y="0"/>
                    <a:pt x="32248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551187" cy="6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63357" y="3347943"/>
            <a:ext cx="4321275" cy="1754119"/>
            <a:chOff x="0" y="0"/>
            <a:chExt cx="1551187" cy="629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1187" cy="629667"/>
            </a:xfrm>
            <a:custGeom>
              <a:avLst/>
              <a:gdLst/>
              <a:ahLst/>
              <a:cxnLst/>
              <a:rect r="r" b="b" t="t" l="l"/>
              <a:pathLst>
                <a:path h="629667" w="1551187">
                  <a:moveTo>
                    <a:pt x="32248" y="0"/>
                  </a:moveTo>
                  <a:lnTo>
                    <a:pt x="1518938" y="0"/>
                  </a:lnTo>
                  <a:cubicBezTo>
                    <a:pt x="1527491" y="0"/>
                    <a:pt x="1535694" y="3398"/>
                    <a:pt x="1541741" y="9445"/>
                  </a:cubicBezTo>
                  <a:cubicBezTo>
                    <a:pt x="1547789" y="15493"/>
                    <a:pt x="1551187" y="23696"/>
                    <a:pt x="1551187" y="32248"/>
                  </a:cubicBezTo>
                  <a:lnTo>
                    <a:pt x="1551187" y="597419"/>
                  </a:lnTo>
                  <a:cubicBezTo>
                    <a:pt x="1551187" y="615229"/>
                    <a:pt x="1536749" y="629667"/>
                    <a:pt x="1518938" y="629667"/>
                  </a:cubicBezTo>
                  <a:lnTo>
                    <a:pt x="32248" y="629667"/>
                  </a:lnTo>
                  <a:cubicBezTo>
                    <a:pt x="23696" y="629667"/>
                    <a:pt x="15493" y="626270"/>
                    <a:pt x="9445" y="620222"/>
                  </a:cubicBezTo>
                  <a:cubicBezTo>
                    <a:pt x="3398" y="614174"/>
                    <a:pt x="0" y="605972"/>
                    <a:pt x="0" y="597419"/>
                  </a:cubicBezTo>
                  <a:lnTo>
                    <a:pt x="0" y="32248"/>
                  </a:lnTo>
                  <a:cubicBezTo>
                    <a:pt x="0" y="14438"/>
                    <a:pt x="14438" y="0"/>
                    <a:pt x="32248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551187" cy="6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0870" y="5588765"/>
            <a:ext cx="3480643" cy="1754119"/>
            <a:chOff x="0" y="0"/>
            <a:chExt cx="1249429" cy="6296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9429" cy="629667"/>
            </a:xfrm>
            <a:custGeom>
              <a:avLst/>
              <a:gdLst/>
              <a:ahLst/>
              <a:cxnLst/>
              <a:rect r="r" b="b" t="t" l="l"/>
              <a:pathLst>
                <a:path h="629667" w="1249429">
                  <a:moveTo>
                    <a:pt x="40037" y="0"/>
                  </a:moveTo>
                  <a:lnTo>
                    <a:pt x="1209392" y="0"/>
                  </a:lnTo>
                  <a:cubicBezTo>
                    <a:pt x="1231504" y="0"/>
                    <a:pt x="1249429" y="17925"/>
                    <a:pt x="1249429" y="40037"/>
                  </a:cubicBezTo>
                  <a:lnTo>
                    <a:pt x="1249429" y="589630"/>
                  </a:lnTo>
                  <a:cubicBezTo>
                    <a:pt x="1249429" y="611742"/>
                    <a:pt x="1231504" y="629667"/>
                    <a:pt x="1209392" y="629667"/>
                  </a:cubicBezTo>
                  <a:lnTo>
                    <a:pt x="40037" y="629667"/>
                  </a:lnTo>
                  <a:cubicBezTo>
                    <a:pt x="17925" y="629667"/>
                    <a:pt x="0" y="611742"/>
                    <a:pt x="0" y="589630"/>
                  </a:cubicBezTo>
                  <a:lnTo>
                    <a:pt x="0" y="40037"/>
                  </a:lnTo>
                  <a:cubicBezTo>
                    <a:pt x="0" y="17925"/>
                    <a:pt x="17925" y="0"/>
                    <a:pt x="40037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249429" cy="6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472754" y="5588765"/>
            <a:ext cx="3480643" cy="1754119"/>
            <a:chOff x="0" y="0"/>
            <a:chExt cx="1249429" cy="6296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9429" cy="629667"/>
            </a:xfrm>
            <a:custGeom>
              <a:avLst/>
              <a:gdLst/>
              <a:ahLst/>
              <a:cxnLst/>
              <a:rect r="r" b="b" t="t" l="l"/>
              <a:pathLst>
                <a:path h="629667" w="1249429">
                  <a:moveTo>
                    <a:pt x="40037" y="0"/>
                  </a:moveTo>
                  <a:lnTo>
                    <a:pt x="1209392" y="0"/>
                  </a:lnTo>
                  <a:cubicBezTo>
                    <a:pt x="1231504" y="0"/>
                    <a:pt x="1249429" y="17925"/>
                    <a:pt x="1249429" y="40037"/>
                  </a:cubicBezTo>
                  <a:lnTo>
                    <a:pt x="1249429" y="589630"/>
                  </a:lnTo>
                  <a:cubicBezTo>
                    <a:pt x="1249429" y="611742"/>
                    <a:pt x="1231504" y="629667"/>
                    <a:pt x="1209392" y="629667"/>
                  </a:cubicBezTo>
                  <a:lnTo>
                    <a:pt x="40037" y="629667"/>
                  </a:lnTo>
                  <a:cubicBezTo>
                    <a:pt x="17925" y="629667"/>
                    <a:pt x="0" y="611742"/>
                    <a:pt x="0" y="589630"/>
                  </a:cubicBezTo>
                  <a:lnTo>
                    <a:pt x="0" y="40037"/>
                  </a:lnTo>
                  <a:cubicBezTo>
                    <a:pt x="0" y="17925"/>
                    <a:pt x="17925" y="0"/>
                    <a:pt x="40037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249429" cy="6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745214">
            <a:off x="2575880" y="3621220"/>
            <a:ext cx="1043382" cy="1205106"/>
          </a:xfrm>
          <a:custGeom>
            <a:avLst/>
            <a:gdLst/>
            <a:ahLst/>
            <a:cxnLst/>
            <a:rect r="r" b="b" t="t" l="l"/>
            <a:pathLst>
              <a:path h="1205106" w="1043382">
                <a:moveTo>
                  <a:pt x="0" y="0"/>
                </a:moveTo>
                <a:lnTo>
                  <a:pt x="1043381" y="0"/>
                </a:lnTo>
                <a:lnTo>
                  <a:pt x="1043381" y="1205106"/>
                </a:lnTo>
                <a:lnTo>
                  <a:pt x="0" y="1205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-745214">
            <a:off x="14665005" y="3621220"/>
            <a:ext cx="1043382" cy="1205106"/>
          </a:xfrm>
          <a:custGeom>
            <a:avLst/>
            <a:gdLst/>
            <a:ahLst/>
            <a:cxnLst/>
            <a:rect r="r" b="b" t="t" l="l"/>
            <a:pathLst>
              <a:path h="1205106" w="1043382">
                <a:moveTo>
                  <a:pt x="1043382" y="0"/>
                </a:moveTo>
                <a:lnTo>
                  <a:pt x="0" y="0"/>
                </a:lnTo>
                <a:lnTo>
                  <a:pt x="0" y="1205106"/>
                </a:lnTo>
                <a:lnTo>
                  <a:pt x="1043382" y="1205106"/>
                </a:lnTo>
                <a:lnTo>
                  <a:pt x="104338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476500" y="876300"/>
            <a:ext cx="6343650" cy="203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71"/>
              </a:lnSpc>
              <a:spcBef>
                <a:spcPct val="0"/>
              </a:spcBef>
            </a:pPr>
            <a:r>
              <a:rPr lang="en-US" b="true" sz="11979" spc="-443" strike="noStrike" u="none">
                <a:solidFill>
                  <a:srgbClr val="F1EAD0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La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042229" y="876300"/>
            <a:ext cx="12150271" cy="203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71"/>
              </a:lnSpc>
              <a:spcBef>
                <a:spcPct val="0"/>
              </a:spcBef>
            </a:pPr>
            <a:r>
              <a:rPr lang="en-US" b="true" sz="11979" spc="-443" strike="noStrike" u="none">
                <a:solidFill>
                  <a:srgbClr val="E0600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Solución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15052" y="5929356"/>
            <a:ext cx="2706066" cy="104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3"/>
              </a:lnSpc>
              <a:spcBef>
                <a:spcPct val="0"/>
              </a:spcBef>
            </a:pPr>
            <a:r>
              <a:rPr lang="en-US" sz="2196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Dashboard Admin: Supervisión y métricas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63148" y="5919831"/>
            <a:ext cx="2706066" cy="76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1"/>
              </a:lnSpc>
              <a:spcBef>
                <a:spcPct val="0"/>
              </a:spcBef>
            </a:pPr>
            <a:r>
              <a:rPr lang="en-US" sz="2342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Ecosistema integral conectado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24630" y="3729460"/>
            <a:ext cx="3280375" cy="104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3"/>
              </a:lnSpc>
              <a:spcBef>
                <a:spcPct val="0"/>
              </a:spcBef>
            </a:pPr>
            <a:r>
              <a:rPr lang="en-US" sz="2196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App Móvil: Menú, pago anticipado y retiro con código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06708" y="3690524"/>
            <a:ext cx="3844950" cy="115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6"/>
              </a:lnSpc>
              <a:spcBef>
                <a:spcPct val="0"/>
              </a:spcBef>
            </a:pPr>
            <a:r>
              <a:rPr lang="en-US" sz="2384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Web Locatarios: Catálogo y pedidos en vista Kanban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35664" y="6982508"/>
            <a:ext cx="590413" cy="601485"/>
          </a:xfrm>
          <a:custGeom>
            <a:avLst/>
            <a:gdLst/>
            <a:ahLst/>
            <a:cxnLst/>
            <a:rect r="r" b="b" t="t" l="l"/>
            <a:pathLst>
              <a:path h="601485" w="590413">
                <a:moveTo>
                  <a:pt x="0" y="0"/>
                </a:moveTo>
                <a:lnTo>
                  <a:pt x="590413" y="0"/>
                </a:lnTo>
                <a:lnTo>
                  <a:pt x="590413" y="601485"/>
                </a:lnTo>
                <a:lnTo>
                  <a:pt x="0" y="6014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661923" y="6982508"/>
            <a:ext cx="590413" cy="601485"/>
          </a:xfrm>
          <a:custGeom>
            <a:avLst/>
            <a:gdLst/>
            <a:ahLst/>
            <a:cxnLst/>
            <a:rect r="r" b="b" t="t" l="l"/>
            <a:pathLst>
              <a:path h="601485" w="590413">
                <a:moveTo>
                  <a:pt x="0" y="0"/>
                </a:moveTo>
                <a:lnTo>
                  <a:pt x="590413" y="0"/>
                </a:lnTo>
                <a:lnTo>
                  <a:pt x="590413" y="601485"/>
                </a:lnTo>
                <a:lnTo>
                  <a:pt x="0" y="6014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221100" y="4741686"/>
            <a:ext cx="590413" cy="601485"/>
          </a:xfrm>
          <a:custGeom>
            <a:avLst/>
            <a:gdLst/>
            <a:ahLst/>
            <a:cxnLst/>
            <a:rect r="r" b="b" t="t" l="l"/>
            <a:pathLst>
              <a:path h="601485" w="590413">
                <a:moveTo>
                  <a:pt x="0" y="0"/>
                </a:moveTo>
                <a:lnTo>
                  <a:pt x="590413" y="0"/>
                </a:lnTo>
                <a:lnTo>
                  <a:pt x="590413" y="601485"/>
                </a:lnTo>
                <a:lnTo>
                  <a:pt x="0" y="6014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492738" y="4741686"/>
            <a:ext cx="590413" cy="601485"/>
          </a:xfrm>
          <a:custGeom>
            <a:avLst/>
            <a:gdLst/>
            <a:ahLst/>
            <a:cxnLst/>
            <a:rect r="r" b="b" t="t" l="l"/>
            <a:pathLst>
              <a:path h="601485" w="590413">
                <a:moveTo>
                  <a:pt x="0" y="0"/>
                </a:moveTo>
                <a:lnTo>
                  <a:pt x="590413" y="0"/>
                </a:lnTo>
                <a:lnTo>
                  <a:pt x="590413" y="601485"/>
                </a:lnTo>
                <a:lnTo>
                  <a:pt x="0" y="6014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3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5818" y="555855"/>
            <a:ext cx="17216365" cy="9175289"/>
            <a:chOff x="0" y="0"/>
            <a:chExt cx="4534351" cy="2416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4351" cy="2416537"/>
            </a:xfrm>
            <a:custGeom>
              <a:avLst/>
              <a:gdLst/>
              <a:ahLst/>
              <a:cxnLst/>
              <a:rect r="r" b="b" t="t" l="l"/>
              <a:pathLst>
                <a:path h="2416537" w="4534351">
                  <a:moveTo>
                    <a:pt x="17088" y="0"/>
                  </a:moveTo>
                  <a:lnTo>
                    <a:pt x="4517263" y="0"/>
                  </a:lnTo>
                  <a:cubicBezTo>
                    <a:pt x="4526700" y="0"/>
                    <a:pt x="4534351" y="7651"/>
                    <a:pt x="4534351" y="17088"/>
                  </a:cubicBezTo>
                  <a:lnTo>
                    <a:pt x="4534351" y="2399449"/>
                  </a:lnTo>
                  <a:cubicBezTo>
                    <a:pt x="4534351" y="2408887"/>
                    <a:pt x="4526700" y="2416537"/>
                    <a:pt x="4517263" y="2416537"/>
                  </a:cubicBezTo>
                  <a:lnTo>
                    <a:pt x="17088" y="2416537"/>
                  </a:lnTo>
                  <a:cubicBezTo>
                    <a:pt x="7651" y="2416537"/>
                    <a:pt x="0" y="2408887"/>
                    <a:pt x="0" y="2399449"/>
                  </a:cubicBezTo>
                  <a:lnTo>
                    <a:pt x="0" y="17088"/>
                  </a:lnTo>
                  <a:cubicBezTo>
                    <a:pt x="0" y="7651"/>
                    <a:pt x="7651" y="0"/>
                    <a:pt x="17088" y="0"/>
                  </a:cubicBezTo>
                  <a:close/>
                </a:path>
              </a:pathLst>
            </a:custGeom>
            <a:solidFill>
              <a:srgbClr val="63310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34351" cy="2473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49973" y="6768336"/>
            <a:ext cx="20187946" cy="4979929"/>
            <a:chOff x="0" y="0"/>
            <a:chExt cx="5316990" cy="13115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16990" cy="1311586"/>
            </a:xfrm>
            <a:custGeom>
              <a:avLst/>
              <a:gdLst/>
              <a:ahLst/>
              <a:cxnLst/>
              <a:rect r="r" b="b" t="t" l="l"/>
              <a:pathLst>
                <a:path h="1311586" w="5316990">
                  <a:moveTo>
                    <a:pt x="2658495" y="0"/>
                  </a:moveTo>
                  <a:cubicBezTo>
                    <a:pt x="1190249" y="0"/>
                    <a:pt x="0" y="293609"/>
                    <a:pt x="0" y="655793"/>
                  </a:cubicBezTo>
                  <a:cubicBezTo>
                    <a:pt x="0" y="1017978"/>
                    <a:pt x="1190249" y="1311586"/>
                    <a:pt x="2658495" y="1311586"/>
                  </a:cubicBezTo>
                  <a:cubicBezTo>
                    <a:pt x="4126741" y="1311586"/>
                    <a:pt x="5316990" y="1017978"/>
                    <a:pt x="5316990" y="655793"/>
                  </a:cubicBezTo>
                  <a:cubicBezTo>
                    <a:pt x="5316990" y="293609"/>
                    <a:pt x="4126741" y="0"/>
                    <a:pt x="2658495" y="0"/>
                  </a:cubicBezTo>
                  <a:close/>
                </a:path>
              </a:pathLst>
            </a:custGeom>
            <a:solidFill>
              <a:srgbClr val="000000">
                <a:alpha val="1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98468" y="65811"/>
              <a:ext cx="4320054" cy="1122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40238" y="3625345"/>
            <a:ext cx="4537043" cy="1716447"/>
            <a:chOff x="0" y="0"/>
            <a:chExt cx="1664384" cy="6296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64384" cy="629667"/>
            </a:xfrm>
            <a:custGeom>
              <a:avLst/>
              <a:gdLst/>
              <a:ahLst/>
              <a:cxnLst/>
              <a:rect r="r" b="b" t="t" l="l"/>
              <a:pathLst>
                <a:path h="629667" w="1664384">
                  <a:moveTo>
                    <a:pt x="30715" y="0"/>
                  </a:moveTo>
                  <a:lnTo>
                    <a:pt x="1633669" y="0"/>
                  </a:lnTo>
                  <a:cubicBezTo>
                    <a:pt x="1650633" y="0"/>
                    <a:pt x="1664384" y="13752"/>
                    <a:pt x="1664384" y="30715"/>
                  </a:cubicBezTo>
                  <a:lnTo>
                    <a:pt x="1664384" y="598953"/>
                  </a:lnTo>
                  <a:cubicBezTo>
                    <a:pt x="1664384" y="607099"/>
                    <a:pt x="1661148" y="614911"/>
                    <a:pt x="1655388" y="620671"/>
                  </a:cubicBezTo>
                  <a:cubicBezTo>
                    <a:pt x="1649628" y="626431"/>
                    <a:pt x="1641815" y="629667"/>
                    <a:pt x="1633669" y="629667"/>
                  </a:cubicBezTo>
                  <a:lnTo>
                    <a:pt x="30715" y="629667"/>
                  </a:lnTo>
                  <a:cubicBezTo>
                    <a:pt x="22569" y="629667"/>
                    <a:pt x="14756" y="626431"/>
                    <a:pt x="8996" y="620671"/>
                  </a:cubicBezTo>
                  <a:cubicBezTo>
                    <a:pt x="3236" y="614911"/>
                    <a:pt x="0" y="607099"/>
                    <a:pt x="0" y="598953"/>
                  </a:cubicBezTo>
                  <a:lnTo>
                    <a:pt x="0" y="30715"/>
                  </a:lnTo>
                  <a:cubicBezTo>
                    <a:pt x="0" y="22569"/>
                    <a:pt x="3236" y="14756"/>
                    <a:pt x="8996" y="8996"/>
                  </a:cubicBezTo>
                  <a:cubicBezTo>
                    <a:pt x="14756" y="3236"/>
                    <a:pt x="22569" y="0"/>
                    <a:pt x="30715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664384" cy="6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53296" y="1565998"/>
            <a:ext cx="3933435" cy="1716447"/>
            <a:chOff x="0" y="0"/>
            <a:chExt cx="1442955" cy="6296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2955" cy="629667"/>
            </a:xfrm>
            <a:custGeom>
              <a:avLst/>
              <a:gdLst/>
              <a:ahLst/>
              <a:cxnLst/>
              <a:rect r="r" b="b" t="t" l="l"/>
              <a:pathLst>
                <a:path h="629667" w="1442955">
                  <a:moveTo>
                    <a:pt x="35428" y="0"/>
                  </a:moveTo>
                  <a:lnTo>
                    <a:pt x="1407527" y="0"/>
                  </a:lnTo>
                  <a:cubicBezTo>
                    <a:pt x="1416923" y="0"/>
                    <a:pt x="1425934" y="3733"/>
                    <a:pt x="1432578" y="10377"/>
                  </a:cubicBezTo>
                  <a:cubicBezTo>
                    <a:pt x="1439222" y="17021"/>
                    <a:pt x="1442955" y="26032"/>
                    <a:pt x="1442955" y="35428"/>
                  </a:cubicBezTo>
                  <a:lnTo>
                    <a:pt x="1442955" y="594239"/>
                  </a:lnTo>
                  <a:cubicBezTo>
                    <a:pt x="1442955" y="613806"/>
                    <a:pt x="1427093" y="629667"/>
                    <a:pt x="1407527" y="629667"/>
                  </a:cubicBezTo>
                  <a:lnTo>
                    <a:pt x="35428" y="629667"/>
                  </a:lnTo>
                  <a:cubicBezTo>
                    <a:pt x="26032" y="629667"/>
                    <a:pt x="17021" y="625935"/>
                    <a:pt x="10377" y="619291"/>
                  </a:cubicBezTo>
                  <a:cubicBezTo>
                    <a:pt x="3733" y="612647"/>
                    <a:pt x="0" y="603635"/>
                    <a:pt x="0" y="594239"/>
                  </a:cubicBezTo>
                  <a:lnTo>
                    <a:pt x="0" y="35428"/>
                  </a:lnTo>
                  <a:cubicBezTo>
                    <a:pt x="0" y="15862"/>
                    <a:pt x="15862" y="0"/>
                    <a:pt x="35428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42955" cy="6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926140" y="1565998"/>
            <a:ext cx="3933435" cy="1716447"/>
            <a:chOff x="0" y="0"/>
            <a:chExt cx="1442955" cy="6296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2955" cy="629667"/>
            </a:xfrm>
            <a:custGeom>
              <a:avLst/>
              <a:gdLst/>
              <a:ahLst/>
              <a:cxnLst/>
              <a:rect r="r" b="b" t="t" l="l"/>
              <a:pathLst>
                <a:path h="629667" w="1442955">
                  <a:moveTo>
                    <a:pt x="35428" y="0"/>
                  </a:moveTo>
                  <a:lnTo>
                    <a:pt x="1407527" y="0"/>
                  </a:lnTo>
                  <a:cubicBezTo>
                    <a:pt x="1416923" y="0"/>
                    <a:pt x="1425934" y="3733"/>
                    <a:pt x="1432578" y="10377"/>
                  </a:cubicBezTo>
                  <a:cubicBezTo>
                    <a:pt x="1439222" y="17021"/>
                    <a:pt x="1442955" y="26032"/>
                    <a:pt x="1442955" y="35428"/>
                  </a:cubicBezTo>
                  <a:lnTo>
                    <a:pt x="1442955" y="594239"/>
                  </a:lnTo>
                  <a:cubicBezTo>
                    <a:pt x="1442955" y="613806"/>
                    <a:pt x="1427093" y="629667"/>
                    <a:pt x="1407527" y="629667"/>
                  </a:cubicBezTo>
                  <a:lnTo>
                    <a:pt x="35428" y="629667"/>
                  </a:lnTo>
                  <a:cubicBezTo>
                    <a:pt x="26032" y="629667"/>
                    <a:pt x="17021" y="625935"/>
                    <a:pt x="10377" y="619291"/>
                  </a:cubicBezTo>
                  <a:cubicBezTo>
                    <a:pt x="3733" y="612647"/>
                    <a:pt x="0" y="603635"/>
                    <a:pt x="0" y="594239"/>
                  </a:cubicBezTo>
                  <a:lnTo>
                    <a:pt x="0" y="35428"/>
                  </a:lnTo>
                  <a:cubicBezTo>
                    <a:pt x="0" y="15862"/>
                    <a:pt x="15862" y="0"/>
                    <a:pt x="35428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442955" cy="6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80150" y="3625345"/>
            <a:ext cx="3370360" cy="1716447"/>
            <a:chOff x="0" y="0"/>
            <a:chExt cx="1236395" cy="6296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36395" cy="629667"/>
            </a:xfrm>
            <a:custGeom>
              <a:avLst/>
              <a:gdLst/>
              <a:ahLst/>
              <a:cxnLst/>
              <a:rect r="r" b="b" t="t" l="l"/>
              <a:pathLst>
                <a:path h="629667" w="1236395">
                  <a:moveTo>
                    <a:pt x="41347" y="0"/>
                  </a:moveTo>
                  <a:lnTo>
                    <a:pt x="1195048" y="0"/>
                  </a:lnTo>
                  <a:cubicBezTo>
                    <a:pt x="1217883" y="0"/>
                    <a:pt x="1236395" y="18512"/>
                    <a:pt x="1236395" y="41347"/>
                  </a:cubicBezTo>
                  <a:lnTo>
                    <a:pt x="1236395" y="588320"/>
                  </a:lnTo>
                  <a:cubicBezTo>
                    <a:pt x="1236395" y="599286"/>
                    <a:pt x="1232038" y="609803"/>
                    <a:pt x="1224284" y="617557"/>
                  </a:cubicBezTo>
                  <a:cubicBezTo>
                    <a:pt x="1216530" y="625311"/>
                    <a:pt x="1206013" y="629667"/>
                    <a:pt x="1195048" y="629667"/>
                  </a:cubicBezTo>
                  <a:lnTo>
                    <a:pt x="41347" y="629667"/>
                  </a:lnTo>
                  <a:cubicBezTo>
                    <a:pt x="30381" y="629667"/>
                    <a:pt x="19864" y="625311"/>
                    <a:pt x="12110" y="617557"/>
                  </a:cubicBezTo>
                  <a:cubicBezTo>
                    <a:pt x="4356" y="609803"/>
                    <a:pt x="0" y="599286"/>
                    <a:pt x="0" y="588320"/>
                  </a:cubicBezTo>
                  <a:lnTo>
                    <a:pt x="0" y="41347"/>
                  </a:lnTo>
                  <a:cubicBezTo>
                    <a:pt x="0" y="30381"/>
                    <a:pt x="4356" y="19864"/>
                    <a:pt x="12110" y="12110"/>
                  </a:cubicBezTo>
                  <a:cubicBezTo>
                    <a:pt x="19864" y="4356"/>
                    <a:pt x="30381" y="0"/>
                    <a:pt x="41347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236395" cy="68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603734" y="3705120"/>
            <a:ext cx="4210050" cy="153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04"/>
              </a:lnSpc>
              <a:spcBef>
                <a:spcPct val="0"/>
              </a:spcBef>
            </a:pPr>
            <a:r>
              <a:rPr lang="en-US" sz="3181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Arquitectura Serverless y moderna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881140" y="1565998"/>
            <a:ext cx="4327510" cy="4059991"/>
          </a:xfrm>
          <a:custGeom>
            <a:avLst/>
            <a:gdLst/>
            <a:ahLst/>
            <a:cxnLst/>
            <a:rect r="r" b="b" t="t" l="l"/>
            <a:pathLst>
              <a:path h="4059991" w="4327510">
                <a:moveTo>
                  <a:pt x="0" y="0"/>
                </a:moveTo>
                <a:lnTo>
                  <a:pt x="4327510" y="0"/>
                </a:lnTo>
                <a:lnTo>
                  <a:pt x="4327510" y="4059991"/>
                </a:lnTo>
                <a:lnTo>
                  <a:pt x="0" y="4059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95138">
            <a:off x="13856543" y="3012998"/>
            <a:ext cx="3448038" cy="6058853"/>
          </a:xfrm>
          <a:custGeom>
            <a:avLst/>
            <a:gdLst/>
            <a:ahLst/>
            <a:cxnLst/>
            <a:rect r="r" b="b" t="t" l="l"/>
            <a:pathLst>
              <a:path h="6058853" w="3448038">
                <a:moveTo>
                  <a:pt x="0" y="0"/>
                </a:moveTo>
                <a:lnTo>
                  <a:pt x="3448038" y="0"/>
                </a:lnTo>
                <a:lnTo>
                  <a:pt x="3448038" y="6058853"/>
                </a:lnTo>
                <a:lnTo>
                  <a:pt x="0" y="60588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6696703">
            <a:off x="11174064" y="5965463"/>
            <a:ext cx="2193683" cy="2153798"/>
          </a:xfrm>
          <a:custGeom>
            <a:avLst/>
            <a:gdLst/>
            <a:ahLst/>
            <a:cxnLst/>
            <a:rect r="r" b="b" t="t" l="l"/>
            <a:pathLst>
              <a:path h="2153798" w="2193683">
                <a:moveTo>
                  <a:pt x="0" y="0"/>
                </a:moveTo>
                <a:lnTo>
                  <a:pt x="2193683" y="0"/>
                </a:lnTo>
                <a:lnTo>
                  <a:pt x="2193683" y="2153798"/>
                </a:lnTo>
                <a:lnTo>
                  <a:pt x="0" y="2153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609261">
            <a:off x="9090163" y="5910185"/>
            <a:ext cx="1172459" cy="1046686"/>
          </a:xfrm>
          <a:custGeom>
            <a:avLst/>
            <a:gdLst/>
            <a:ahLst/>
            <a:cxnLst/>
            <a:rect r="r" b="b" t="t" l="l"/>
            <a:pathLst>
              <a:path h="1046686" w="1172459">
                <a:moveTo>
                  <a:pt x="0" y="0"/>
                </a:moveTo>
                <a:lnTo>
                  <a:pt x="1172459" y="0"/>
                </a:lnTo>
                <a:lnTo>
                  <a:pt x="1172459" y="1046686"/>
                </a:lnTo>
                <a:lnTo>
                  <a:pt x="0" y="104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28750" y="5876925"/>
            <a:ext cx="6667500" cy="149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291"/>
              </a:lnSpc>
              <a:spcBef>
                <a:spcPct val="0"/>
              </a:spcBef>
            </a:pPr>
            <a:r>
              <a:rPr lang="en-US" b="true" sz="8779" spc="-324" strike="noStrike" u="none">
                <a:solidFill>
                  <a:srgbClr val="F1EAD0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Stack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8750" y="6810375"/>
            <a:ext cx="9106272" cy="212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74"/>
              </a:lnSpc>
              <a:spcBef>
                <a:spcPct val="0"/>
              </a:spcBef>
            </a:pPr>
            <a:r>
              <a:rPr lang="en-US" b="true" sz="12410" spc="-459" strike="noStrike" u="none">
                <a:solidFill>
                  <a:srgbClr val="E0600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Tecnológico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19801" y="2019074"/>
            <a:ext cx="3400425" cy="78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441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Supabase (PostgreSQL, Auth, Storage)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02170" y="2101931"/>
            <a:ext cx="3381375" cy="864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79"/>
              </a:lnSpc>
              <a:spcBef>
                <a:spcPct val="0"/>
              </a:spcBef>
            </a:pPr>
            <a:r>
              <a:rPr lang="en-US" sz="2697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React Native + Expo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67550" y="3952875"/>
            <a:ext cx="2809875" cy="103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28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React + Next.js (Web)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3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5818" y="555855"/>
            <a:ext cx="17216365" cy="9175289"/>
            <a:chOff x="0" y="0"/>
            <a:chExt cx="4534351" cy="2416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4351" cy="2416537"/>
            </a:xfrm>
            <a:custGeom>
              <a:avLst/>
              <a:gdLst/>
              <a:ahLst/>
              <a:cxnLst/>
              <a:rect r="r" b="b" t="t" l="l"/>
              <a:pathLst>
                <a:path h="2416537" w="4534351">
                  <a:moveTo>
                    <a:pt x="17088" y="0"/>
                  </a:moveTo>
                  <a:lnTo>
                    <a:pt x="4517263" y="0"/>
                  </a:lnTo>
                  <a:cubicBezTo>
                    <a:pt x="4526700" y="0"/>
                    <a:pt x="4534351" y="7651"/>
                    <a:pt x="4534351" y="17088"/>
                  </a:cubicBezTo>
                  <a:lnTo>
                    <a:pt x="4534351" y="2399449"/>
                  </a:lnTo>
                  <a:cubicBezTo>
                    <a:pt x="4534351" y="2408887"/>
                    <a:pt x="4526700" y="2416537"/>
                    <a:pt x="4517263" y="2416537"/>
                  </a:cubicBezTo>
                  <a:lnTo>
                    <a:pt x="17088" y="2416537"/>
                  </a:lnTo>
                  <a:cubicBezTo>
                    <a:pt x="7651" y="2416537"/>
                    <a:pt x="0" y="2408887"/>
                    <a:pt x="0" y="2399449"/>
                  </a:cubicBezTo>
                  <a:lnTo>
                    <a:pt x="0" y="17088"/>
                  </a:lnTo>
                  <a:cubicBezTo>
                    <a:pt x="0" y="7651"/>
                    <a:pt x="7651" y="0"/>
                    <a:pt x="17088" y="0"/>
                  </a:cubicBezTo>
                  <a:close/>
                </a:path>
              </a:pathLst>
            </a:custGeom>
            <a:solidFill>
              <a:srgbClr val="63310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34351" cy="2473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49973" y="6768336"/>
            <a:ext cx="20187946" cy="4979929"/>
            <a:chOff x="0" y="0"/>
            <a:chExt cx="5316990" cy="13115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16990" cy="1311586"/>
            </a:xfrm>
            <a:custGeom>
              <a:avLst/>
              <a:gdLst/>
              <a:ahLst/>
              <a:cxnLst/>
              <a:rect r="r" b="b" t="t" l="l"/>
              <a:pathLst>
                <a:path h="1311586" w="5316990">
                  <a:moveTo>
                    <a:pt x="2658495" y="0"/>
                  </a:moveTo>
                  <a:cubicBezTo>
                    <a:pt x="1190249" y="0"/>
                    <a:pt x="0" y="293609"/>
                    <a:pt x="0" y="655793"/>
                  </a:cubicBezTo>
                  <a:cubicBezTo>
                    <a:pt x="0" y="1017978"/>
                    <a:pt x="1190249" y="1311586"/>
                    <a:pt x="2658495" y="1311586"/>
                  </a:cubicBezTo>
                  <a:cubicBezTo>
                    <a:pt x="4126741" y="1311586"/>
                    <a:pt x="5316990" y="1017978"/>
                    <a:pt x="5316990" y="655793"/>
                  </a:cubicBezTo>
                  <a:cubicBezTo>
                    <a:pt x="5316990" y="293609"/>
                    <a:pt x="4126741" y="0"/>
                    <a:pt x="2658495" y="0"/>
                  </a:cubicBezTo>
                  <a:close/>
                </a:path>
              </a:pathLst>
            </a:custGeom>
            <a:solidFill>
              <a:srgbClr val="000000">
                <a:alpha val="1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98468" y="65811"/>
              <a:ext cx="4320054" cy="1122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80837" y="1504739"/>
            <a:ext cx="5340606" cy="7343334"/>
          </a:xfrm>
          <a:custGeom>
            <a:avLst/>
            <a:gdLst/>
            <a:ahLst/>
            <a:cxnLst/>
            <a:rect r="r" b="b" t="t" l="l"/>
            <a:pathLst>
              <a:path h="7343334" w="5340606">
                <a:moveTo>
                  <a:pt x="0" y="0"/>
                </a:moveTo>
                <a:lnTo>
                  <a:pt x="5340606" y="0"/>
                </a:lnTo>
                <a:lnTo>
                  <a:pt x="5340606" y="7343334"/>
                </a:lnTo>
                <a:lnTo>
                  <a:pt x="0" y="7343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831998" y="4662962"/>
            <a:ext cx="5074731" cy="1067163"/>
            <a:chOff x="0" y="0"/>
            <a:chExt cx="1861632" cy="3914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1632" cy="391482"/>
            </a:xfrm>
            <a:custGeom>
              <a:avLst/>
              <a:gdLst/>
              <a:ahLst/>
              <a:cxnLst/>
              <a:rect r="r" b="b" t="t" l="l"/>
              <a:pathLst>
                <a:path h="391482" w="1861632">
                  <a:moveTo>
                    <a:pt x="27460" y="0"/>
                  </a:moveTo>
                  <a:lnTo>
                    <a:pt x="1834171" y="0"/>
                  </a:lnTo>
                  <a:cubicBezTo>
                    <a:pt x="1841454" y="0"/>
                    <a:pt x="1848439" y="2893"/>
                    <a:pt x="1853589" y="8043"/>
                  </a:cubicBezTo>
                  <a:cubicBezTo>
                    <a:pt x="1858738" y="13193"/>
                    <a:pt x="1861632" y="20178"/>
                    <a:pt x="1861632" y="27460"/>
                  </a:cubicBezTo>
                  <a:lnTo>
                    <a:pt x="1861632" y="364021"/>
                  </a:lnTo>
                  <a:cubicBezTo>
                    <a:pt x="1861632" y="371304"/>
                    <a:pt x="1858738" y="378289"/>
                    <a:pt x="1853589" y="383439"/>
                  </a:cubicBezTo>
                  <a:cubicBezTo>
                    <a:pt x="1848439" y="388589"/>
                    <a:pt x="1841454" y="391482"/>
                    <a:pt x="1834171" y="391482"/>
                  </a:cubicBezTo>
                  <a:lnTo>
                    <a:pt x="27460" y="391482"/>
                  </a:lnTo>
                  <a:cubicBezTo>
                    <a:pt x="20178" y="391482"/>
                    <a:pt x="13193" y="388589"/>
                    <a:pt x="8043" y="383439"/>
                  </a:cubicBezTo>
                  <a:cubicBezTo>
                    <a:pt x="2893" y="378289"/>
                    <a:pt x="0" y="371304"/>
                    <a:pt x="0" y="364021"/>
                  </a:cubicBezTo>
                  <a:lnTo>
                    <a:pt x="0" y="27460"/>
                  </a:lnTo>
                  <a:cubicBezTo>
                    <a:pt x="0" y="20178"/>
                    <a:pt x="2893" y="13193"/>
                    <a:pt x="8043" y="8043"/>
                  </a:cubicBezTo>
                  <a:cubicBezTo>
                    <a:pt x="13193" y="2893"/>
                    <a:pt x="20178" y="0"/>
                    <a:pt x="27460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861632" cy="448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32986" y="6006350"/>
            <a:ext cx="5316021" cy="1067163"/>
            <a:chOff x="0" y="0"/>
            <a:chExt cx="1950148" cy="3914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148" cy="391482"/>
            </a:xfrm>
            <a:custGeom>
              <a:avLst/>
              <a:gdLst/>
              <a:ahLst/>
              <a:cxnLst/>
              <a:rect r="r" b="b" t="t" l="l"/>
              <a:pathLst>
                <a:path h="391482" w="1950148">
                  <a:moveTo>
                    <a:pt x="26214" y="0"/>
                  </a:moveTo>
                  <a:lnTo>
                    <a:pt x="1923934" y="0"/>
                  </a:lnTo>
                  <a:cubicBezTo>
                    <a:pt x="1938411" y="0"/>
                    <a:pt x="1950148" y="11736"/>
                    <a:pt x="1950148" y="26214"/>
                  </a:cubicBezTo>
                  <a:lnTo>
                    <a:pt x="1950148" y="365268"/>
                  </a:lnTo>
                  <a:cubicBezTo>
                    <a:pt x="1950148" y="372220"/>
                    <a:pt x="1947386" y="378888"/>
                    <a:pt x="1942470" y="383804"/>
                  </a:cubicBezTo>
                  <a:cubicBezTo>
                    <a:pt x="1937554" y="388720"/>
                    <a:pt x="1930886" y="391482"/>
                    <a:pt x="1923934" y="391482"/>
                  </a:cubicBezTo>
                  <a:lnTo>
                    <a:pt x="26214" y="391482"/>
                  </a:lnTo>
                  <a:cubicBezTo>
                    <a:pt x="11736" y="391482"/>
                    <a:pt x="0" y="379745"/>
                    <a:pt x="0" y="365268"/>
                  </a:cubicBezTo>
                  <a:lnTo>
                    <a:pt x="0" y="26214"/>
                  </a:lnTo>
                  <a:cubicBezTo>
                    <a:pt x="0" y="11736"/>
                    <a:pt x="11736" y="0"/>
                    <a:pt x="26214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950148" cy="448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31998" y="7365448"/>
            <a:ext cx="4282405" cy="1067163"/>
            <a:chOff x="0" y="0"/>
            <a:chExt cx="1570972" cy="3914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70972" cy="391482"/>
            </a:xfrm>
            <a:custGeom>
              <a:avLst/>
              <a:gdLst/>
              <a:ahLst/>
              <a:cxnLst/>
              <a:rect r="r" b="b" t="t" l="l"/>
              <a:pathLst>
                <a:path h="391482" w="1570972">
                  <a:moveTo>
                    <a:pt x="32541" y="0"/>
                  </a:moveTo>
                  <a:lnTo>
                    <a:pt x="1538431" y="0"/>
                  </a:lnTo>
                  <a:cubicBezTo>
                    <a:pt x="1547061" y="0"/>
                    <a:pt x="1555338" y="3428"/>
                    <a:pt x="1561441" y="9531"/>
                  </a:cubicBezTo>
                  <a:cubicBezTo>
                    <a:pt x="1567544" y="15634"/>
                    <a:pt x="1570972" y="23911"/>
                    <a:pt x="1570972" y="32541"/>
                  </a:cubicBezTo>
                  <a:lnTo>
                    <a:pt x="1570972" y="358941"/>
                  </a:lnTo>
                  <a:cubicBezTo>
                    <a:pt x="1570972" y="367571"/>
                    <a:pt x="1567544" y="375848"/>
                    <a:pt x="1561441" y="381951"/>
                  </a:cubicBezTo>
                  <a:cubicBezTo>
                    <a:pt x="1555338" y="388053"/>
                    <a:pt x="1547061" y="391482"/>
                    <a:pt x="1538431" y="391482"/>
                  </a:cubicBezTo>
                  <a:lnTo>
                    <a:pt x="32541" y="391482"/>
                  </a:lnTo>
                  <a:cubicBezTo>
                    <a:pt x="23911" y="391482"/>
                    <a:pt x="15634" y="388053"/>
                    <a:pt x="9531" y="381951"/>
                  </a:cubicBezTo>
                  <a:cubicBezTo>
                    <a:pt x="3428" y="375848"/>
                    <a:pt x="0" y="367571"/>
                    <a:pt x="0" y="358941"/>
                  </a:cubicBezTo>
                  <a:lnTo>
                    <a:pt x="0" y="32541"/>
                  </a:lnTo>
                  <a:cubicBezTo>
                    <a:pt x="0" y="23911"/>
                    <a:pt x="3428" y="15634"/>
                    <a:pt x="9531" y="9531"/>
                  </a:cubicBezTo>
                  <a:cubicBezTo>
                    <a:pt x="15634" y="3428"/>
                    <a:pt x="23911" y="0"/>
                    <a:pt x="32541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570972" cy="448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342764" y="7349738"/>
            <a:ext cx="4674324" cy="1067163"/>
            <a:chOff x="0" y="0"/>
            <a:chExt cx="1714745" cy="3914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14745" cy="391482"/>
            </a:xfrm>
            <a:custGeom>
              <a:avLst/>
              <a:gdLst/>
              <a:ahLst/>
              <a:cxnLst/>
              <a:rect r="r" b="b" t="t" l="l"/>
              <a:pathLst>
                <a:path h="391482" w="1714745">
                  <a:moveTo>
                    <a:pt x="29813" y="0"/>
                  </a:moveTo>
                  <a:lnTo>
                    <a:pt x="1684933" y="0"/>
                  </a:lnTo>
                  <a:cubicBezTo>
                    <a:pt x="1692840" y="0"/>
                    <a:pt x="1700422" y="3141"/>
                    <a:pt x="1706013" y="8732"/>
                  </a:cubicBezTo>
                  <a:cubicBezTo>
                    <a:pt x="1711604" y="14323"/>
                    <a:pt x="1714745" y="21906"/>
                    <a:pt x="1714745" y="29813"/>
                  </a:cubicBezTo>
                  <a:lnTo>
                    <a:pt x="1714745" y="361669"/>
                  </a:lnTo>
                  <a:cubicBezTo>
                    <a:pt x="1714745" y="369576"/>
                    <a:pt x="1711604" y="377159"/>
                    <a:pt x="1706013" y="382750"/>
                  </a:cubicBezTo>
                  <a:cubicBezTo>
                    <a:pt x="1700422" y="388341"/>
                    <a:pt x="1692840" y="391482"/>
                    <a:pt x="1684933" y="391482"/>
                  </a:cubicBezTo>
                  <a:lnTo>
                    <a:pt x="29813" y="391482"/>
                  </a:lnTo>
                  <a:cubicBezTo>
                    <a:pt x="21906" y="391482"/>
                    <a:pt x="14323" y="388341"/>
                    <a:pt x="8732" y="382750"/>
                  </a:cubicBezTo>
                  <a:cubicBezTo>
                    <a:pt x="3141" y="377159"/>
                    <a:pt x="0" y="369576"/>
                    <a:pt x="0" y="361669"/>
                  </a:cubicBezTo>
                  <a:lnTo>
                    <a:pt x="0" y="29813"/>
                  </a:lnTo>
                  <a:cubicBezTo>
                    <a:pt x="0" y="21906"/>
                    <a:pt x="3141" y="14323"/>
                    <a:pt x="8732" y="8732"/>
                  </a:cubicBezTo>
                  <a:cubicBezTo>
                    <a:pt x="14323" y="3141"/>
                    <a:pt x="21906" y="0"/>
                    <a:pt x="29813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714745" cy="448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514197" y="798363"/>
            <a:ext cx="5905500" cy="197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52"/>
              </a:lnSpc>
              <a:spcBef>
                <a:spcPct val="0"/>
              </a:spcBef>
            </a:pPr>
            <a:r>
              <a:rPr lang="en-US" b="true" sz="5680" strike="noStrike" u="none">
                <a:solidFill>
                  <a:srgbClr val="FFFFFF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Metodología 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14197" y="2501319"/>
            <a:ext cx="7029450" cy="2056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83"/>
              </a:lnSpc>
              <a:spcBef>
                <a:spcPct val="0"/>
              </a:spcBef>
            </a:pPr>
            <a:r>
              <a:rPr lang="en-US" b="true" sz="12059" strike="noStrike" u="none">
                <a:solidFill>
                  <a:srgbClr val="E0600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Trabajo</a:t>
            </a:r>
          </a:p>
        </p:txBody>
      </p:sp>
      <p:sp>
        <p:nvSpPr>
          <p:cNvPr name="Freeform 23" id="23"/>
          <p:cNvSpPr/>
          <p:nvPr/>
        </p:nvSpPr>
        <p:spPr>
          <a:xfrm flipH="true" flipV="false" rot="213015">
            <a:off x="13455764" y="2405546"/>
            <a:ext cx="3454989" cy="3184872"/>
          </a:xfrm>
          <a:custGeom>
            <a:avLst/>
            <a:gdLst/>
            <a:ahLst/>
            <a:cxnLst/>
            <a:rect r="r" b="b" t="t" l="l"/>
            <a:pathLst>
              <a:path h="3184872" w="3454989">
                <a:moveTo>
                  <a:pt x="3454989" y="0"/>
                </a:moveTo>
                <a:lnTo>
                  <a:pt x="0" y="0"/>
                </a:lnTo>
                <a:lnTo>
                  <a:pt x="0" y="3184872"/>
                </a:lnTo>
                <a:lnTo>
                  <a:pt x="3454989" y="3184872"/>
                </a:lnTo>
                <a:lnTo>
                  <a:pt x="345498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true" rot="111779">
            <a:off x="5904292" y="5555015"/>
            <a:ext cx="2278922" cy="1218187"/>
          </a:xfrm>
          <a:custGeom>
            <a:avLst/>
            <a:gdLst/>
            <a:ahLst/>
            <a:cxnLst/>
            <a:rect r="r" b="b" t="t" l="l"/>
            <a:pathLst>
              <a:path h="1218187" w="2278922">
                <a:moveTo>
                  <a:pt x="0" y="1218187"/>
                </a:moveTo>
                <a:lnTo>
                  <a:pt x="2278921" y="1218187"/>
                </a:lnTo>
                <a:lnTo>
                  <a:pt x="2278921" y="0"/>
                </a:lnTo>
                <a:lnTo>
                  <a:pt x="0" y="0"/>
                </a:lnTo>
                <a:lnTo>
                  <a:pt x="0" y="121818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153275" y="4953000"/>
            <a:ext cx="4438650" cy="461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95"/>
              </a:lnSpc>
              <a:spcBef>
                <a:spcPct val="0"/>
              </a:spcBef>
            </a:pPr>
            <a:r>
              <a:rPr lang="en-US" sz="2942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Enfoque Ágil (Scrumban)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48850" y="6296025"/>
            <a:ext cx="5095875" cy="39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4"/>
              </a:lnSpc>
              <a:spcBef>
                <a:spcPct val="0"/>
              </a:spcBef>
            </a:pPr>
            <a:r>
              <a:rPr lang="en-US" sz="2468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GitHub Projects (Tablero Kanban)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25351" y="7530744"/>
            <a:ext cx="3695700" cy="71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9"/>
              </a:lnSpc>
              <a:spcBef>
                <a:spcPct val="0"/>
              </a:spcBef>
            </a:pPr>
            <a:r>
              <a:rPr lang="en-US" sz="2224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Propiedad de Componentes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89177" y="7586205"/>
            <a:ext cx="4381500" cy="61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8"/>
              </a:lnSpc>
              <a:spcBef>
                <a:spcPct val="0"/>
              </a:spcBef>
            </a:pPr>
            <a:r>
              <a:rPr lang="en-US" sz="1929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Cada integrante es dueño de un flujo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945230" y="1838663"/>
            <a:ext cx="547906" cy="551920"/>
          </a:xfrm>
          <a:custGeom>
            <a:avLst/>
            <a:gdLst/>
            <a:ahLst/>
            <a:cxnLst/>
            <a:rect r="r" b="b" t="t" l="l"/>
            <a:pathLst>
              <a:path h="551920" w="547906">
                <a:moveTo>
                  <a:pt x="0" y="0"/>
                </a:moveTo>
                <a:lnTo>
                  <a:pt x="547906" y="0"/>
                </a:lnTo>
                <a:lnTo>
                  <a:pt x="547906" y="551920"/>
                </a:lnTo>
                <a:lnTo>
                  <a:pt x="0" y="5519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3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5818" y="555855"/>
            <a:ext cx="17216365" cy="9175289"/>
            <a:chOff x="0" y="0"/>
            <a:chExt cx="4534351" cy="2416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4351" cy="2416537"/>
            </a:xfrm>
            <a:custGeom>
              <a:avLst/>
              <a:gdLst/>
              <a:ahLst/>
              <a:cxnLst/>
              <a:rect r="r" b="b" t="t" l="l"/>
              <a:pathLst>
                <a:path h="2416537" w="4534351">
                  <a:moveTo>
                    <a:pt x="17088" y="0"/>
                  </a:moveTo>
                  <a:lnTo>
                    <a:pt x="4517263" y="0"/>
                  </a:lnTo>
                  <a:cubicBezTo>
                    <a:pt x="4526700" y="0"/>
                    <a:pt x="4534351" y="7651"/>
                    <a:pt x="4534351" y="17088"/>
                  </a:cubicBezTo>
                  <a:lnTo>
                    <a:pt x="4534351" y="2399449"/>
                  </a:lnTo>
                  <a:cubicBezTo>
                    <a:pt x="4534351" y="2408887"/>
                    <a:pt x="4526700" y="2416537"/>
                    <a:pt x="4517263" y="2416537"/>
                  </a:cubicBezTo>
                  <a:lnTo>
                    <a:pt x="17088" y="2416537"/>
                  </a:lnTo>
                  <a:cubicBezTo>
                    <a:pt x="7651" y="2416537"/>
                    <a:pt x="0" y="2408887"/>
                    <a:pt x="0" y="2399449"/>
                  </a:cubicBezTo>
                  <a:lnTo>
                    <a:pt x="0" y="17088"/>
                  </a:lnTo>
                  <a:cubicBezTo>
                    <a:pt x="0" y="7651"/>
                    <a:pt x="7651" y="0"/>
                    <a:pt x="17088" y="0"/>
                  </a:cubicBezTo>
                  <a:close/>
                </a:path>
              </a:pathLst>
            </a:custGeom>
            <a:solidFill>
              <a:srgbClr val="63310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34351" cy="2473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49973" y="6768336"/>
            <a:ext cx="20187946" cy="4979929"/>
            <a:chOff x="0" y="0"/>
            <a:chExt cx="5316990" cy="13115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16990" cy="1311586"/>
            </a:xfrm>
            <a:custGeom>
              <a:avLst/>
              <a:gdLst/>
              <a:ahLst/>
              <a:cxnLst/>
              <a:rect r="r" b="b" t="t" l="l"/>
              <a:pathLst>
                <a:path h="1311586" w="5316990">
                  <a:moveTo>
                    <a:pt x="2658495" y="0"/>
                  </a:moveTo>
                  <a:cubicBezTo>
                    <a:pt x="1190249" y="0"/>
                    <a:pt x="0" y="293609"/>
                    <a:pt x="0" y="655793"/>
                  </a:cubicBezTo>
                  <a:cubicBezTo>
                    <a:pt x="0" y="1017978"/>
                    <a:pt x="1190249" y="1311586"/>
                    <a:pt x="2658495" y="1311586"/>
                  </a:cubicBezTo>
                  <a:cubicBezTo>
                    <a:pt x="4126741" y="1311586"/>
                    <a:pt x="5316990" y="1017978"/>
                    <a:pt x="5316990" y="655793"/>
                  </a:cubicBezTo>
                  <a:cubicBezTo>
                    <a:pt x="5316990" y="293609"/>
                    <a:pt x="4126741" y="0"/>
                    <a:pt x="2658495" y="0"/>
                  </a:cubicBezTo>
                  <a:close/>
                </a:path>
              </a:pathLst>
            </a:custGeom>
            <a:solidFill>
              <a:srgbClr val="000000">
                <a:alpha val="1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98468" y="65811"/>
              <a:ext cx="4320054" cy="1122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45020" y="1682257"/>
            <a:ext cx="3757780" cy="1552938"/>
            <a:chOff x="0" y="0"/>
            <a:chExt cx="1378517" cy="5696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8517" cy="569685"/>
            </a:xfrm>
            <a:custGeom>
              <a:avLst/>
              <a:gdLst/>
              <a:ahLst/>
              <a:cxnLst/>
              <a:rect r="r" b="b" t="t" l="l"/>
              <a:pathLst>
                <a:path h="569685" w="1378517">
                  <a:moveTo>
                    <a:pt x="37084" y="0"/>
                  </a:moveTo>
                  <a:lnTo>
                    <a:pt x="1341433" y="0"/>
                  </a:lnTo>
                  <a:cubicBezTo>
                    <a:pt x="1351268" y="0"/>
                    <a:pt x="1360701" y="3907"/>
                    <a:pt x="1367655" y="10862"/>
                  </a:cubicBezTo>
                  <a:cubicBezTo>
                    <a:pt x="1374610" y="17816"/>
                    <a:pt x="1378517" y="27249"/>
                    <a:pt x="1378517" y="37084"/>
                  </a:cubicBezTo>
                  <a:lnTo>
                    <a:pt x="1378517" y="532601"/>
                  </a:lnTo>
                  <a:cubicBezTo>
                    <a:pt x="1378517" y="542436"/>
                    <a:pt x="1374610" y="551869"/>
                    <a:pt x="1367655" y="558823"/>
                  </a:cubicBezTo>
                  <a:cubicBezTo>
                    <a:pt x="1360701" y="565778"/>
                    <a:pt x="1351268" y="569685"/>
                    <a:pt x="1341433" y="569685"/>
                  </a:cubicBezTo>
                  <a:lnTo>
                    <a:pt x="37084" y="569685"/>
                  </a:lnTo>
                  <a:cubicBezTo>
                    <a:pt x="16603" y="569685"/>
                    <a:pt x="0" y="553082"/>
                    <a:pt x="0" y="532601"/>
                  </a:cubicBezTo>
                  <a:lnTo>
                    <a:pt x="0" y="37084"/>
                  </a:lnTo>
                  <a:cubicBezTo>
                    <a:pt x="0" y="16603"/>
                    <a:pt x="16603" y="0"/>
                    <a:pt x="37084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78517" cy="626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21799" y="3605718"/>
            <a:ext cx="3757780" cy="1552938"/>
            <a:chOff x="0" y="0"/>
            <a:chExt cx="1378517" cy="5696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8517" cy="569685"/>
            </a:xfrm>
            <a:custGeom>
              <a:avLst/>
              <a:gdLst/>
              <a:ahLst/>
              <a:cxnLst/>
              <a:rect r="r" b="b" t="t" l="l"/>
              <a:pathLst>
                <a:path h="569685" w="1378517">
                  <a:moveTo>
                    <a:pt x="37084" y="0"/>
                  </a:moveTo>
                  <a:lnTo>
                    <a:pt x="1341433" y="0"/>
                  </a:lnTo>
                  <a:cubicBezTo>
                    <a:pt x="1351268" y="0"/>
                    <a:pt x="1360701" y="3907"/>
                    <a:pt x="1367655" y="10862"/>
                  </a:cubicBezTo>
                  <a:cubicBezTo>
                    <a:pt x="1374610" y="17816"/>
                    <a:pt x="1378517" y="27249"/>
                    <a:pt x="1378517" y="37084"/>
                  </a:cubicBezTo>
                  <a:lnTo>
                    <a:pt x="1378517" y="532601"/>
                  </a:lnTo>
                  <a:cubicBezTo>
                    <a:pt x="1378517" y="542436"/>
                    <a:pt x="1374610" y="551869"/>
                    <a:pt x="1367655" y="558823"/>
                  </a:cubicBezTo>
                  <a:cubicBezTo>
                    <a:pt x="1360701" y="565778"/>
                    <a:pt x="1351268" y="569685"/>
                    <a:pt x="1341433" y="569685"/>
                  </a:cubicBezTo>
                  <a:lnTo>
                    <a:pt x="37084" y="569685"/>
                  </a:lnTo>
                  <a:cubicBezTo>
                    <a:pt x="16603" y="569685"/>
                    <a:pt x="0" y="553082"/>
                    <a:pt x="0" y="532601"/>
                  </a:cubicBezTo>
                  <a:lnTo>
                    <a:pt x="0" y="37084"/>
                  </a:lnTo>
                  <a:cubicBezTo>
                    <a:pt x="0" y="16603"/>
                    <a:pt x="16603" y="0"/>
                    <a:pt x="37084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378517" cy="626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41107" y="1682257"/>
            <a:ext cx="3757780" cy="1552938"/>
            <a:chOff x="0" y="0"/>
            <a:chExt cx="1378517" cy="5696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8517" cy="569685"/>
            </a:xfrm>
            <a:custGeom>
              <a:avLst/>
              <a:gdLst/>
              <a:ahLst/>
              <a:cxnLst/>
              <a:rect r="r" b="b" t="t" l="l"/>
              <a:pathLst>
                <a:path h="569685" w="1378517">
                  <a:moveTo>
                    <a:pt x="37084" y="0"/>
                  </a:moveTo>
                  <a:lnTo>
                    <a:pt x="1341433" y="0"/>
                  </a:lnTo>
                  <a:cubicBezTo>
                    <a:pt x="1351268" y="0"/>
                    <a:pt x="1360701" y="3907"/>
                    <a:pt x="1367655" y="10862"/>
                  </a:cubicBezTo>
                  <a:cubicBezTo>
                    <a:pt x="1374610" y="17816"/>
                    <a:pt x="1378517" y="27249"/>
                    <a:pt x="1378517" y="37084"/>
                  </a:cubicBezTo>
                  <a:lnTo>
                    <a:pt x="1378517" y="532601"/>
                  </a:lnTo>
                  <a:cubicBezTo>
                    <a:pt x="1378517" y="542436"/>
                    <a:pt x="1374610" y="551869"/>
                    <a:pt x="1367655" y="558823"/>
                  </a:cubicBezTo>
                  <a:cubicBezTo>
                    <a:pt x="1360701" y="565778"/>
                    <a:pt x="1351268" y="569685"/>
                    <a:pt x="1341433" y="569685"/>
                  </a:cubicBezTo>
                  <a:lnTo>
                    <a:pt x="37084" y="569685"/>
                  </a:lnTo>
                  <a:cubicBezTo>
                    <a:pt x="16603" y="569685"/>
                    <a:pt x="0" y="553082"/>
                    <a:pt x="0" y="532601"/>
                  </a:cubicBezTo>
                  <a:lnTo>
                    <a:pt x="0" y="37084"/>
                  </a:lnTo>
                  <a:cubicBezTo>
                    <a:pt x="0" y="16603"/>
                    <a:pt x="16603" y="0"/>
                    <a:pt x="37084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378517" cy="626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37956" y="3605718"/>
            <a:ext cx="3757780" cy="1552938"/>
            <a:chOff x="0" y="0"/>
            <a:chExt cx="1378517" cy="5696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8517" cy="569685"/>
            </a:xfrm>
            <a:custGeom>
              <a:avLst/>
              <a:gdLst/>
              <a:ahLst/>
              <a:cxnLst/>
              <a:rect r="r" b="b" t="t" l="l"/>
              <a:pathLst>
                <a:path h="569685" w="1378517">
                  <a:moveTo>
                    <a:pt x="37084" y="0"/>
                  </a:moveTo>
                  <a:lnTo>
                    <a:pt x="1341433" y="0"/>
                  </a:lnTo>
                  <a:cubicBezTo>
                    <a:pt x="1351268" y="0"/>
                    <a:pt x="1360701" y="3907"/>
                    <a:pt x="1367655" y="10862"/>
                  </a:cubicBezTo>
                  <a:cubicBezTo>
                    <a:pt x="1374610" y="17816"/>
                    <a:pt x="1378517" y="27249"/>
                    <a:pt x="1378517" y="37084"/>
                  </a:cubicBezTo>
                  <a:lnTo>
                    <a:pt x="1378517" y="532601"/>
                  </a:lnTo>
                  <a:cubicBezTo>
                    <a:pt x="1378517" y="542436"/>
                    <a:pt x="1374610" y="551869"/>
                    <a:pt x="1367655" y="558823"/>
                  </a:cubicBezTo>
                  <a:cubicBezTo>
                    <a:pt x="1360701" y="565778"/>
                    <a:pt x="1351268" y="569685"/>
                    <a:pt x="1341433" y="569685"/>
                  </a:cubicBezTo>
                  <a:lnTo>
                    <a:pt x="37084" y="569685"/>
                  </a:lnTo>
                  <a:cubicBezTo>
                    <a:pt x="16603" y="569685"/>
                    <a:pt x="0" y="553082"/>
                    <a:pt x="0" y="532601"/>
                  </a:cubicBezTo>
                  <a:lnTo>
                    <a:pt x="0" y="37084"/>
                  </a:lnTo>
                  <a:cubicBezTo>
                    <a:pt x="0" y="16603"/>
                    <a:pt x="16603" y="0"/>
                    <a:pt x="37084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378517" cy="626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301019" y="1590068"/>
            <a:ext cx="5371022" cy="5584238"/>
          </a:xfrm>
          <a:custGeom>
            <a:avLst/>
            <a:gdLst/>
            <a:ahLst/>
            <a:cxnLst/>
            <a:rect r="r" b="b" t="t" l="l"/>
            <a:pathLst>
              <a:path h="5584238" w="5371022">
                <a:moveTo>
                  <a:pt x="0" y="0"/>
                </a:moveTo>
                <a:lnTo>
                  <a:pt x="5371021" y="0"/>
                </a:lnTo>
                <a:lnTo>
                  <a:pt x="5371021" y="5584238"/>
                </a:lnTo>
                <a:lnTo>
                  <a:pt x="0" y="5584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270446">
            <a:off x="6780596" y="5955804"/>
            <a:ext cx="3189748" cy="2888171"/>
          </a:xfrm>
          <a:custGeom>
            <a:avLst/>
            <a:gdLst/>
            <a:ahLst/>
            <a:cxnLst/>
            <a:rect r="r" b="b" t="t" l="l"/>
            <a:pathLst>
              <a:path h="2888171" w="3189748">
                <a:moveTo>
                  <a:pt x="0" y="0"/>
                </a:moveTo>
                <a:lnTo>
                  <a:pt x="3189748" y="0"/>
                </a:lnTo>
                <a:lnTo>
                  <a:pt x="3189748" y="2888171"/>
                </a:lnTo>
                <a:lnTo>
                  <a:pt x="0" y="28881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true" rot="-936547">
            <a:off x="4445700" y="6963083"/>
            <a:ext cx="1515608" cy="1637690"/>
          </a:xfrm>
          <a:custGeom>
            <a:avLst/>
            <a:gdLst/>
            <a:ahLst/>
            <a:cxnLst/>
            <a:rect r="r" b="b" t="t" l="l"/>
            <a:pathLst>
              <a:path h="1637690" w="1515608">
                <a:moveTo>
                  <a:pt x="0" y="1637691"/>
                </a:moveTo>
                <a:lnTo>
                  <a:pt x="1515608" y="1637691"/>
                </a:lnTo>
                <a:lnTo>
                  <a:pt x="1515608" y="0"/>
                </a:lnTo>
                <a:lnTo>
                  <a:pt x="0" y="0"/>
                </a:lnTo>
                <a:lnTo>
                  <a:pt x="0" y="163769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201400" y="5181600"/>
            <a:ext cx="5438775" cy="202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548"/>
              </a:lnSpc>
              <a:spcBef>
                <a:spcPct val="0"/>
              </a:spcBef>
            </a:pPr>
            <a:r>
              <a:rPr lang="en-US" b="true" sz="11820" spc="-437" strike="noStrike" u="none">
                <a:solidFill>
                  <a:srgbClr val="F1EAD0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Estado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63150" y="6981825"/>
            <a:ext cx="6677025" cy="202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548"/>
              </a:lnSpc>
              <a:spcBef>
                <a:spcPct val="0"/>
              </a:spcBef>
            </a:pPr>
            <a:r>
              <a:rPr lang="en-US" b="true" sz="11820" spc="-437" strike="noStrike" u="none">
                <a:solidFill>
                  <a:srgbClr val="E0600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Actual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352286" y="1783938"/>
            <a:ext cx="3143250" cy="1330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60"/>
              </a:lnSpc>
              <a:spcBef>
                <a:spcPct val="0"/>
              </a:spcBef>
            </a:pPr>
            <a:r>
              <a:rPr lang="en-US" sz="2760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Base de datos relacional definida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40148" y="3976499"/>
            <a:ext cx="4321082" cy="794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1"/>
              </a:lnSpc>
              <a:spcBef>
                <a:spcPct val="0"/>
              </a:spcBef>
            </a:pPr>
            <a:r>
              <a:rPr lang="en-US" sz="2520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Mockups de Login y Kanban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06250" y="3886200"/>
            <a:ext cx="3228975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Sprint: Auth real + navegación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53950" y="1962150"/>
            <a:ext cx="2933700" cy="94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4"/>
              </a:lnSpc>
              <a:spcBef>
                <a:spcPct val="0"/>
              </a:spcBef>
            </a:pPr>
            <a:r>
              <a:rPr lang="en-US" sz="2934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Arquitectura del sistema lista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-2619707">
            <a:off x="1766534" y="1777764"/>
            <a:ext cx="778553" cy="424665"/>
          </a:xfrm>
          <a:custGeom>
            <a:avLst/>
            <a:gdLst/>
            <a:ahLst/>
            <a:cxnLst/>
            <a:rect r="r" b="b" t="t" l="l"/>
            <a:pathLst>
              <a:path h="424665" w="778553">
                <a:moveTo>
                  <a:pt x="0" y="0"/>
                </a:moveTo>
                <a:lnTo>
                  <a:pt x="778553" y="0"/>
                </a:lnTo>
                <a:lnTo>
                  <a:pt x="778553" y="424665"/>
                </a:lnTo>
                <a:lnTo>
                  <a:pt x="0" y="4246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C3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5818" y="555855"/>
            <a:ext cx="17216365" cy="9175289"/>
            <a:chOff x="0" y="0"/>
            <a:chExt cx="4534351" cy="2416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4351" cy="2416537"/>
            </a:xfrm>
            <a:custGeom>
              <a:avLst/>
              <a:gdLst/>
              <a:ahLst/>
              <a:cxnLst/>
              <a:rect r="r" b="b" t="t" l="l"/>
              <a:pathLst>
                <a:path h="2416537" w="4534351">
                  <a:moveTo>
                    <a:pt x="17088" y="0"/>
                  </a:moveTo>
                  <a:lnTo>
                    <a:pt x="4517263" y="0"/>
                  </a:lnTo>
                  <a:cubicBezTo>
                    <a:pt x="4526700" y="0"/>
                    <a:pt x="4534351" y="7651"/>
                    <a:pt x="4534351" y="17088"/>
                  </a:cubicBezTo>
                  <a:lnTo>
                    <a:pt x="4534351" y="2399449"/>
                  </a:lnTo>
                  <a:cubicBezTo>
                    <a:pt x="4534351" y="2408887"/>
                    <a:pt x="4526700" y="2416537"/>
                    <a:pt x="4517263" y="2416537"/>
                  </a:cubicBezTo>
                  <a:lnTo>
                    <a:pt x="17088" y="2416537"/>
                  </a:lnTo>
                  <a:cubicBezTo>
                    <a:pt x="7651" y="2416537"/>
                    <a:pt x="0" y="2408887"/>
                    <a:pt x="0" y="2399449"/>
                  </a:cubicBezTo>
                  <a:lnTo>
                    <a:pt x="0" y="17088"/>
                  </a:lnTo>
                  <a:cubicBezTo>
                    <a:pt x="0" y="7651"/>
                    <a:pt x="7651" y="0"/>
                    <a:pt x="17088" y="0"/>
                  </a:cubicBezTo>
                  <a:close/>
                </a:path>
              </a:pathLst>
            </a:custGeom>
            <a:solidFill>
              <a:srgbClr val="63310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34351" cy="2473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57693" y="7279394"/>
            <a:ext cx="20728496" cy="5113271"/>
            <a:chOff x="0" y="0"/>
            <a:chExt cx="5316990" cy="13115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16990" cy="1311586"/>
            </a:xfrm>
            <a:custGeom>
              <a:avLst/>
              <a:gdLst/>
              <a:ahLst/>
              <a:cxnLst/>
              <a:rect r="r" b="b" t="t" l="l"/>
              <a:pathLst>
                <a:path h="1311586" w="5316990">
                  <a:moveTo>
                    <a:pt x="2658495" y="0"/>
                  </a:moveTo>
                  <a:cubicBezTo>
                    <a:pt x="1190249" y="0"/>
                    <a:pt x="0" y="293609"/>
                    <a:pt x="0" y="655793"/>
                  </a:cubicBezTo>
                  <a:cubicBezTo>
                    <a:pt x="0" y="1017978"/>
                    <a:pt x="1190249" y="1311586"/>
                    <a:pt x="2658495" y="1311586"/>
                  </a:cubicBezTo>
                  <a:cubicBezTo>
                    <a:pt x="4126741" y="1311586"/>
                    <a:pt x="5316990" y="1017978"/>
                    <a:pt x="5316990" y="655793"/>
                  </a:cubicBezTo>
                  <a:cubicBezTo>
                    <a:pt x="5316990" y="293609"/>
                    <a:pt x="4126741" y="0"/>
                    <a:pt x="2658495" y="0"/>
                  </a:cubicBezTo>
                  <a:close/>
                </a:path>
              </a:pathLst>
            </a:custGeom>
            <a:solidFill>
              <a:srgbClr val="000000">
                <a:alpha val="1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98468" y="65811"/>
              <a:ext cx="4320054" cy="1122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36586" y="6144603"/>
            <a:ext cx="3694185" cy="942594"/>
            <a:chOff x="0" y="0"/>
            <a:chExt cx="1319847" cy="3367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9847" cy="336767"/>
            </a:xfrm>
            <a:custGeom>
              <a:avLst/>
              <a:gdLst/>
              <a:ahLst/>
              <a:cxnLst/>
              <a:rect r="r" b="b" t="t" l="l"/>
              <a:pathLst>
                <a:path h="336767" w="1319847">
                  <a:moveTo>
                    <a:pt x="37723" y="0"/>
                  </a:moveTo>
                  <a:lnTo>
                    <a:pt x="1282125" y="0"/>
                  </a:lnTo>
                  <a:cubicBezTo>
                    <a:pt x="1302958" y="0"/>
                    <a:pt x="1319847" y="16889"/>
                    <a:pt x="1319847" y="37723"/>
                  </a:cubicBezTo>
                  <a:lnTo>
                    <a:pt x="1319847" y="299044"/>
                  </a:lnTo>
                  <a:cubicBezTo>
                    <a:pt x="1319847" y="319878"/>
                    <a:pt x="1302958" y="336767"/>
                    <a:pt x="1282125" y="336767"/>
                  </a:cubicBezTo>
                  <a:lnTo>
                    <a:pt x="37723" y="336767"/>
                  </a:lnTo>
                  <a:cubicBezTo>
                    <a:pt x="16889" y="336767"/>
                    <a:pt x="0" y="319878"/>
                    <a:pt x="0" y="299044"/>
                  </a:cubicBezTo>
                  <a:lnTo>
                    <a:pt x="0" y="37723"/>
                  </a:lnTo>
                  <a:cubicBezTo>
                    <a:pt x="0" y="16889"/>
                    <a:pt x="16889" y="0"/>
                    <a:pt x="37723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19847" cy="393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56405" y="6144603"/>
            <a:ext cx="5594279" cy="1003531"/>
            <a:chOff x="0" y="0"/>
            <a:chExt cx="1998707" cy="3585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8707" cy="358539"/>
            </a:xfrm>
            <a:custGeom>
              <a:avLst/>
              <a:gdLst/>
              <a:ahLst/>
              <a:cxnLst/>
              <a:rect r="r" b="b" t="t" l="l"/>
              <a:pathLst>
                <a:path h="358539" w="1998707">
                  <a:moveTo>
                    <a:pt x="24910" y="0"/>
                  </a:moveTo>
                  <a:lnTo>
                    <a:pt x="1973797" y="0"/>
                  </a:lnTo>
                  <a:cubicBezTo>
                    <a:pt x="1987555" y="0"/>
                    <a:pt x="1998707" y="11153"/>
                    <a:pt x="1998707" y="24910"/>
                  </a:cubicBezTo>
                  <a:lnTo>
                    <a:pt x="1998707" y="333628"/>
                  </a:lnTo>
                  <a:cubicBezTo>
                    <a:pt x="1998707" y="340235"/>
                    <a:pt x="1996083" y="346571"/>
                    <a:pt x="1991411" y="351243"/>
                  </a:cubicBezTo>
                  <a:cubicBezTo>
                    <a:pt x="1986740" y="355914"/>
                    <a:pt x="1980404" y="358539"/>
                    <a:pt x="1973797" y="358539"/>
                  </a:cubicBezTo>
                  <a:lnTo>
                    <a:pt x="24910" y="358539"/>
                  </a:lnTo>
                  <a:cubicBezTo>
                    <a:pt x="11153" y="358539"/>
                    <a:pt x="0" y="347386"/>
                    <a:pt x="0" y="333628"/>
                  </a:cubicBezTo>
                  <a:lnTo>
                    <a:pt x="0" y="24910"/>
                  </a:lnTo>
                  <a:cubicBezTo>
                    <a:pt x="0" y="11153"/>
                    <a:pt x="11153" y="0"/>
                    <a:pt x="24910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998707" cy="415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68324" y="7569552"/>
            <a:ext cx="4220979" cy="967538"/>
            <a:chOff x="0" y="0"/>
            <a:chExt cx="1508059" cy="3456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08059" cy="345679"/>
            </a:xfrm>
            <a:custGeom>
              <a:avLst/>
              <a:gdLst/>
              <a:ahLst/>
              <a:cxnLst/>
              <a:rect r="r" b="b" t="t" l="l"/>
              <a:pathLst>
                <a:path h="345679" w="1508059">
                  <a:moveTo>
                    <a:pt x="33015" y="0"/>
                  </a:moveTo>
                  <a:lnTo>
                    <a:pt x="1475044" y="0"/>
                  </a:lnTo>
                  <a:cubicBezTo>
                    <a:pt x="1493278" y="0"/>
                    <a:pt x="1508059" y="14781"/>
                    <a:pt x="1508059" y="33015"/>
                  </a:cubicBezTo>
                  <a:lnTo>
                    <a:pt x="1508059" y="312665"/>
                  </a:lnTo>
                  <a:cubicBezTo>
                    <a:pt x="1508059" y="321421"/>
                    <a:pt x="1504580" y="329818"/>
                    <a:pt x="1498389" y="336009"/>
                  </a:cubicBezTo>
                  <a:cubicBezTo>
                    <a:pt x="1492197" y="342201"/>
                    <a:pt x="1483800" y="345679"/>
                    <a:pt x="1475044" y="345679"/>
                  </a:cubicBezTo>
                  <a:lnTo>
                    <a:pt x="33015" y="345679"/>
                  </a:lnTo>
                  <a:cubicBezTo>
                    <a:pt x="14781" y="345679"/>
                    <a:pt x="0" y="330898"/>
                    <a:pt x="0" y="312665"/>
                  </a:cubicBezTo>
                  <a:lnTo>
                    <a:pt x="0" y="33015"/>
                  </a:lnTo>
                  <a:cubicBezTo>
                    <a:pt x="0" y="24259"/>
                    <a:pt x="3478" y="15861"/>
                    <a:pt x="9670" y="9670"/>
                  </a:cubicBezTo>
                  <a:cubicBezTo>
                    <a:pt x="15861" y="3478"/>
                    <a:pt x="24259" y="0"/>
                    <a:pt x="33015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508059" cy="402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370356" y="7569552"/>
            <a:ext cx="6924651" cy="942594"/>
            <a:chOff x="0" y="0"/>
            <a:chExt cx="2474019" cy="3367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74019" cy="336767"/>
            </a:xfrm>
            <a:custGeom>
              <a:avLst/>
              <a:gdLst/>
              <a:ahLst/>
              <a:cxnLst/>
              <a:rect r="r" b="b" t="t" l="l"/>
              <a:pathLst>
                <a:path h="336767" w="2474019">
                  <a:moveTo>
                    <a:pt x="20124" y="0"/>
                  </a:moveTo>
                  <a:lnTo>
                    <a:pt x="2453894" y="0"/>
                  </a:lnTo>
                  <a:cubicBezTo>
                    <a:pt x="2465009" y="0"/>
                    <a:pt x="2474019" y="9010"/>
                    <a:pt x="2474019" y="20124"/>
                  </a:cubicBezTo>
                  <a:lnTo>
                    <a:pt x="2474019" y="316643"/>
                  </a:lnTo>
                  <a:cubicBezTo>
                    <a:pt x="2474019" y="321980"/>
                    <a:pt x="2471899" y="327099"/>
                    <a:pt x="2468125" y="330873"/>
                  </a:cubicBezTo>
                  <a:cubicBezTo>
                    <a:pt x="2464350" y="334647"/>
                    <a:pt x="2459232" y="336767"/>
                    <a:pt x="2453894" y="336767"/>
                  </a:cubicBezTo>
                  <a:lnTo>
                    <a:pt x="20124" y="336767"/>
                  </a:lnTo>
                  <a:cubicBezTo>
                    <a:pt x="14787" y="336767"/>
                    <a:pt x="9668" y="334647"/>
                    <a:pt x="5894" y="330873"/>
                  </a:cubicBezTo>
                  <a:cubicBezTo>
                    <a:pt x="2120" y="327099"/>
                    <a:pt x="0" y="321980"/>
                    <a:pt x="0" y="316643"/>
                  </a:cubicBezTo>
                  <a:lnTo>
                    <a:pt x="0" y="20124"/>
                  </a:lnTo>
                  <a:cubicBezTo>
                    <a:pt x="0" y="14787"/>
                    <a:pt x="2120" y="9668"/>
                    <a:pt x="5894" y="5894"/>
                  </a:cubicBezTo>
                  <a:cubicBezTo>
                    <a:pt x="9668" y="2120"/>
                    <a:pt x="14787" y="0"/>
                    <a:pt x="20124" y="0"/>
                  </a:cubicBezTo>
                  <a:close/>
                </a:path>
              </a:pathLst>
            </a:custGeom>
            <a:ln w="38100" cap="sq">
              <a:solidFill>
                <a:srgbClr val="F1EAD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474019" cy="393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3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true" flipV="false" rot="0">
            <a:off x="10850179" y="1240091"/>
            <a:ext cx="6307984" cy="3624224"/>
          </a:xfrm>
          <a:custGeom>
            <a:avLst/>
            <a:gdLst/>
            <a:ahLst/>
            <a:cxnLst/>
            <a:rect r="r" b="b" t="t" l="l"/>
            <a:pathLst>
              <a:path h="3624224" w="6307984">
                <a:moveTo>
                  <a:pt x="6307984" y="0"/>
                </a:moveTo>
                <a:lnTo>
                  <a:pt x="0" y="0"/>
                </a:lnTo>
                <a:lnTo>
                  <a:pt x="0" y="3624224"/>
                </a:lnTo>
                <a:lnTo>
                  <a:pt x="6307984" y="3624224"/>
                </a:lnTo>
                <a:lnTo>
                  <a:pt x="63079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-714085">
            <a:off x="1173721" y="5139690"/>
            <a:ext cx="3549647" cy="4377368"/>
          </a:xfrm>
          <a:custGeom>
            <a:avLst/>
            <a:gdLst/>
            <a:ahLst/>
            <a:cxnLst/>
            <a:rect r="r" b="b" t="t" l="l"/>
            <a:pathLst>
              <a:path h="4377368" w="3549647">
                <a:moveTo>
                  <a:pt x="3549647" y="0"/>
                </a:moveTo>
                <a:lnTo>
                  <a:pt x="0" y="0"/>
                </a:lnTo>
                <a:lnTo>
                  <a:pt x="0" y="4377368"/>
                </a:lnTo>
                <a:lnTo>
                  <a:pt x="3549647" y="4377368"/>
                </a:lnTo>
                <a:lnTo>
                  <a:pt x="354964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615372" y="4100628"/>
            <a:ext cx="2134343" cy="434630"/>
          </a:xfrm>
          <a:custGeom>
            <a:avLst/>
            <a:gdLst/>
            <a:ahLst/>
            <a:cxnLst/>
            <a:rect r="r" b="b" t="t" l="l"/>
            <a:pathLst>
              <a:path h="434630" w="2134343">
                <a:moveTo>
                  <a:pt x="0" y="0"/>
                </a:moveTo>
                <a:lnTo>
                  <a:pt x="2134343" y="0"/>
                </a:lnTo>
                <a:lnTo>
                  <a:pt x="2134343" y="434630"/>
                </a:lnTo>
                <a:lnTo>
                  <a:pt x="0" y="4346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404202" y="6172184"/>
            <a:ext cx="3158953" cy="86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84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CRUD de productos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40074" y="6209870"/>
            <a:ext cx="5026941" cy="83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22"/>
              </a:lnSpc>
              <a:spcBef>
                <a:spcPct val="0"/>
              </a:spcBef>
            </a:pPr>
            <a:r>
              <a:rPr lang="en-US" sz="2575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Primer ciclo de pedido completo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36840" y="7769254"/>
            <a:ext cx="4097837" cy="49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73"/>
              </a:lnSpc>
              <a:spcBef>
                <a:spcPct val="0"/>
              </a:spcBef>
            </a:pPr>
            <a:r>
              <a:rPr lang="en-US" sz="3080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Testing e integración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29227" y="7606811"/>
            <a:ext cx="6806908" cy="84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1"/>
              </a:lnSpc>
              <a:spcBef>
                <a:spcPct val="0"/>
              </a:spcBef>
            </a:pPr>
            <a:r>
              <a:rPr lang="en-US" sz="2683" strike="noStrike" u="none">
                <a:solidFill>
                  <a:srgbClr val="F1ECD0"/>
                </a:solidFill>
                <a:latin typeface="Shantell Sans"/>
                <a:ea typeface="Shantell Sans"/>
                <a:cs typeface="Shantell Sans"/>
                <a:sym typeface="Shantell Sans"/>
              </a:rPr>
              <a:t>Impacto real en la comunidad estudiantil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72035" y="642212"/>
            <a:ext cx="6572250" cy="192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778"/>
              </a:lnSpc>
              <a:spcBef>
                <a:spcPct val="0"/>
              </a:spcBef>
            </a:pPr>
            <a:r>
              <a:rPr lang="en-US" b="true" sz="11270" spc="-416" strike="noStrike" u="none">
                <a:solidFill>
                  <a:srgbClr val="F1EAD0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Cierre &amp;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98059" y="2430495"/>
            <a:ext cx="3954487" cy="2388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88"/>
              </a:lnSpc>
              <a:spcBef>
                <a:spcPct val="0"/>
              </a:spcBef>
            </a:pPr>
            <a:r>
              <a:rPr lang="en-US" b="true" sz="6849" spc="-253" strike="noStrike" u="none">
                <a:solidFill>
                  <a:srgbClr val="E0600E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Próximos Pasos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1727280">
            <a:off x="9816851" y="1175991"/>
            <a:ext cx="856550" cy="954002"/>
          </a:xfrm>
          <a:custGeom>
            <a:avLst/>
            <a:gdLst/>
            <a:ahLst/>
            <a:cxnLst/>
            <a:rect r="r" b="b" t="t" l="l"/>
            <a:pathLst>
              <a:path h="954002" w="856550">
                <a:moveTo>
                  <a:pt x="0" y="0"/>
                </a:moveTo>
                <a:lnTo>
                  <a:pt x="856550" y="0"/>
                </a:lnTo>
                <a:lnTo>
                  <a:pt x="856550" y="954002"/>
                </a:lnTo>
                <a:lnTo>
                  <a:pt x="0" y="9540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73068" y="8026280"/>
            <a:ext cx="619332" cy="703786"/>
          </a:xfrm>
          <a:custGeom>
            <a:avLst/>
            <a:gdLst/>
            <a:ahLst/>
            <a:cxnLst/>
            <a:rect r="r" b="b" t="t" l="l"/>
            <a:pathLst>
              <a:path h="703786" w="619332">
                <a:moveTo>
                  <a:pt x="0" y="0"/>
                </a:moveTo>
                <a:lnTo>
                  <a:pt x="619332" y="0"/>
                </a:lnTo>
                <a:lnTo>
                  <a:pt x="619332" y="703786"/>
                </a:lnTo>
                <a:lnTo>
                  <a:pt x="0" y="7037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DAHS4DZY5gM</dc:identifier>
  <dcterms:modified xsi:type="dcterms:W3CDTF">2011-08-01T06:04:30Z</dcterms:modified>
  <cp:revision>1</cp:revision>
  <dc:title>Brown and Beige Illustrated Fast Food Presentation</dc:title>
</cp:coreProperties>
</file>